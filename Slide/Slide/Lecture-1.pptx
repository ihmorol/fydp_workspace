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7" r:id="rId2"/>
    <p:sldId id="258" r:id="rId3"/>
    <p:sldId id="259" r:id="rId4"/>
    <p:sldId id="274" r:id="rId5"/>
    <p:sldId id="275" r:id="rId6"/>
    <p:sldId id="276"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0" y="-15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430ECC-39CF-4A39-9D11-F67EB7CF76A4}" type="datetimeFigureOut">
              <a:rPr lang="en-US" smtClean="0"/>
              <a:t>2/25/2025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FC77DA-CB7B-4AD3-A320-38EBAC2D5818}" type="slidenum">
              <a:rPr lang="en-US" smtClean="0"/>
              <a:t>‹#›</a:t>
            </a:fld>
            <a:endParaRPr lang="en-US"/>
          </a:p>
        </p:txBody>
      </p:sp>
    </p:spTree>
    <p:extLst>
      <p:ext uri="{BB962C8B-B14F-4D97-AF65-F5344CB8AC3E}">
        <p14:creationId xmlns:p14="http://schemas.microsoft.com/office/powerpoint/2010/main" val="2675062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70E0B1-9AD6-4C8C-978C-509FF1DD9C45}"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26161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1"/>
            <a:ext cx="85344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189" b="1" i="0">
                <a:solidFill>
                  <a:schemeClr val="bg1"/>
                </a:solidFill>
                <a:latin typeface="Arial" panose="020B0604020202020204"/>
                <a:cs typeface="Arial" panose="020B0604020202020204"/>
              </a:defRPr>
            </a:lvl1pPr>
          </a:lstStyle>
          <a:p>
            <a:pPr marL="25168">
              <a:spcBef>
                <a:spcPts val="129"/>
              </a:spcBef>
            </a:pPr>
            <a:r>
              <a:rPr lang="en-US" spc="-10"/>
              <a:t>7th</a:t>
            </a:r>
            <a:r>
              <a:rPr lang="en-US" spc="-59"/>
              <a:t> </a:t>
            </a:r>
            <a:r>
              <a:rPr lang="en-US" spc="-10"/>
              <a:t>November</a:t>
            </a:r>
            <a:r>
              <a:rPr lang="en-US" spc="-50"/>
              <a:t> </a:t>
            </a:r>
            <a:r>
              <a:rPr lang="en-US" spc="-10"/>
              <a:t>2021</a:t>
            </a:r>
            <a:endParaRPr lang="en-US" spc="-10" dirty="0"/>
          </a:p>
        </p:txBody>
      </p:sp>
      <p:sp>
        <p:nvSpPr>
          <p:cNvPr id="5" name="Holder 5"/>
          <p:cNvSpPr>
            <a:spLocks noGrp="1"/>
          </p:cNvSpPr>
          <p:nvPr>
            <p:ph type="dt" sz="half" idx="6"/>
          </p:nvPr>
        </p:nvSpPr>
        <p:spPr/>
        <p:txBody>
          <a:bodyPr lIns="0" tIns="0" rIns="0" bIns="0"/>
          <a:lstStyle>
            <a:lvl1pPr>
              <a:defRPr sz="1189" b="1" i="0">
                <a:solidFill>
                  <a:schemeClr val="bg1"/>
                </a:solidFill>
                <a:latin typeface="Arial" panose="020B0604020202020204"/>
                <a:cs typeface="Arial" panose="020B0604020202020204"/>
              </a:defRPr>
            </a:lvl1pPr>
          </a:lstStyle>
          <a:p>
            <a:pPr marL="25168">
              <a:spcBef>
                <a:spcPts val="129"/>
              </a:spcBef>
            </a:pPr>
            <a:r>
              <a:rPr lang="en-US" spc="-10"/>
              <a:t>Swakkhar</a:t>
            </a:r>
            <a:r>
              <a:rPr lang="en-US" spc="-59"/>
              <a:t> </a:t>
            </a:r>
            <a:r>
              <a:rPr lang="en-US" spc="-10"/>
              <a:t>Shatabda</a:t>
            </a:r>
            <a:endParaRPr lang="en-US" spc="-10" dirty="0"/>
          </a:p>
        </p:txBody>
      </p:sp>
      <p:sp>
        <p:nvSpPr>
          <p:cNvPr id="6" name="Holder 6"/>
          <p:cNvSpPr>
            <a:spLocks noGrp="1"/>
          </p:cNvSpPr>
          <p:nvPr>
            <p:ph type="sldNum" sz="quarter" idx="7"/>
          </p:nvPr>
        </p:nvSpPr>
        <p:spPr/>
        <p:txBody>
          <a:bodyPr lIns="0" tIns="0" rIns="0" bIns="0"/>
          <a:lstStyle>
            <a:lvl1pPr>
              <a:defRPr sz="1189" b="1" i="0">
                <a:solidFill>
                  <a:schemeClr val="bg1"/>
                </a:solidFill>
                <a:latin typeface="Arial" panose="020B0604020202020204"/>
                <a:cs typeface="Arial" panose="020B0604020202020204"/>
              </a:defRPr>
            </a:lvl1pPr>
          </a:lstStyle>
          <a:p>
            <a:pPr marL="75503">
              <a:spcBef>
                <a:spcPts val="129"/>
              </a:spcBef>
            </a:pPr>
            <a:fld id="{81D60167-4931-47E6-BA6A-407CBD079E47}" type="slidenum">
              <a:rPr lang="en-US" spc="-10" smtClean="0"/>
              <a:pPr marL="75503">
                <a:spcBef>
                  <a:spcPts val="129"/>
                </a:spcBef>
              </a:pPr>
              <a:t>‹#›</a:t>
            </a:fld>
            <a:r>
              <a:rPr lang="en-US" spc="-59"/>
              <a:t> </a:t>
            </a:r>
            <a:r>
              <a:rPr lang="en-US" spc="-10"/>
              <a:t>/</a:t>
            </a:r>
            <a:r>
              <a:rPr lang="en-US" spc="-59"/>
              <a:t> </a:t>
            </a:r>
            <a:r>
              <a:rPr lang="en-US" spc="-10"/>
              <a:t>15</a:t>
            </a:r>
            <a:endParaRPr lang="en-US" spc="-10" dirty="0"/>
          </a:p>
        </p:txBody>
      </p:sp>
    </p:spTree>
    <p:extLst>
      <p:ext uri="{BB962C8B-B14F-4D97-AF65-F5344CB8AC3E}">
        <p14:creationId xmlns:p14="http://schemas.microsoft.com/office/powerpoint/2010/main" val="1062896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332475" y="214462"/>
            <a:ext cx="8349673" cy="518475"/>
          </a:xfrm>
        </p:spPr>
        <p:txBody>
          <a:bodyPr lIns="0" tIns="0" rIns="0" bIns="0"/>
          <a:lstStyle>
            <a:lvl1pPr>
              <a:defRPr sz="3369" b="1" i="0">
                <a:solidFill>
                  <a:srgbClr val="6D6E71"/>
                </a:solidFill>
                <a:latin typeface="Arial" panose="020B0604020202020204"/>
                <a:cs typeface="Arial" panose="020B0604020202020204"/>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189" b="1" i="0">
                <a:solidFill>
                  <a:schemeClr val="bg1"/>
                </a:solidFill>
                <a:latin typeface="Arial" panose="020B0604020202020204"/>
                <a:cs typeface="Arial" panose="020B0604020202020204"/>
              </a:defRPr>
            </a:lvl1pPr>
          </a:lstStyle>
          <a:p>
            <a:pPr marL="25168">
              <a:spcBef>
                <a:spcPts val="129"/>
              </a:spcBef>
            </a:pPr>
            <a:r>
              <a:rPr lang="en-US" spc="-10"/>
              <a:t>7th</a:t>
            </a:r>
            <a:r>
              <a:rPr lang="en-US" spc="-59"/>
              <a:t> </a:t>
            </a:r>
            <a:r>
              <a:rPr lang="en-US" spc="-10"/>
              <a:t>November</a:t>
            </a:r>
            <a:r>
              <a:rPr lang="en-US" spc="-50"/>
              <a:t> </a:t>
            </a:r>
            <a:r>
              <a:rPr lang="en-US" spc="-10"/>
              <a:t>2021</a:t>
            </a:r>
            <a:endParaRPr lang="en-US" spc="-10" dirty="0"/>
          </a:p>
        </p:txBody>
      </p:sp>
      <p:sp>
        <p:nvSpPr>
          <p:cNvPr id="5" name="Holder 5"/>
          <p:cNvSpPr>
            <a:spLocks noGrp="1"/>
          </p:cNvSpPr>
          <p:nvPr>
            <p:ph type="dt" sz="half" idx="6"/>
          </p:nvPr>
        </p:nvSpPr>
        <p:spPr/>
        <p:txBody>
          <a:bodyPr lIns="0" tIns="0" rIns="0" bIns="0"/>
          <a:lstStyle>
            <a:lvl1pPr>
              <a:defRPr sz="1189" b="1" i="0">
                <a:solidFill>
                  <a:schemeClr val="bg1"/>
                </a:solidFill>
                <a:latin typeface="Arial" panose="020B0604020202020204"/>
                <a:cs typeface="Arial" panose="020B0604020202020204"/>
              </a:defRPr>
            </a:lvl1pPr>
          </a:lstStyle>
          <a:p>
            <a:pPr marL="25168">
              <a:spcBef>
                <a:spcPts val="129"/>
              </a:spcBef>
            </a:pPr>
            <a:r>
              <a:rPr lang="en-US" spc="-10"/>
              <a:t>Swakkhar</a:t>
            </a:r>
            <a:r>
              <a:rPr lang="en-US" spc="-59"/>
              <a:t> </a:t>
            </a:r>
            <a:r>
              <a:rPr lang="en-US" spc="-10"/>
              <a:t>Shatabda</a:t>
            </a:r>
            <a:endParaRPr lang="en-US" spc="-10" dirty="0"/>
          </a:p>
        </p:txBody>
      </p:sp>
      <p:sp>
        <p:nvSpPr>
          <p:cNvPr id="6" name="Holder 6"/>
          <p:cNvSpPr>
            <a:spLocks noGrp="1"/>
          </p:cNvSpPr>
          <p:nvPr>
            <p:ph type="sldNum" sz="quarter" idx="7"/>
          </p:nvPr>
        </p:nvSpPr>
        <p:spPr/>
        <p:txBody>
          <a:bodyPr lIns="0" tIns="0" rIns="0" bIns="0"/>
          <a:lstStyle>
            <a:lvl1pPr>
              <a:defRPr sz="1189" b="1" i="0">
                <a:solidFill>
                  <a:schemeClr val="bg1"/>
                </a:solidFill>
                <a:latin typeface="Arial" panose="020B0604020202020204"/>
                <a:cs typeface="Arial" panose="020B0604020202020204"/>
              </a:defRPr>
            </a:lvl1pPr>
          </a:lstStyle>
          <a:p>
            <a:pPr marL="75503">
              <a:spcBef>
                <a:spcPts val="129"/>
              </a:spcBef>
            </a:pPr>
            <a:fld id="{81D60167-4931-47E6-BA6A-407CBD079E47}" type="slidenum">
              <a:rPr lang="en-US" spc="-10" smtClean="0"/>
              <a:pPr marL="75503">
                <a:spcBef>
                  <a:spcPts val="129"/>
                </a:spcBef>
              </a:pPr>
              <a:t>‹#›</a:t>
            </a:fld>
            <a:r>
              <a:rPr lang="en-US" spc="-59"/>
              <a:t> </a:t>
            </a:r>
            <a:r>
              <a:rPr lang="en-US" spc="-10"/>
              <a:t>/</a:t>
            </a:r>
            <a:r>
              <a:rPr lang="en-US" spc="-59"/>
              <a:t> </a:t>
            </a:r>
            <a:r>
              <a:rPr lang="en-US" spc="-10"/>
              <a:t>15</a:t>
            </a:r>
            <a:endParaRPr lang="en-US" spc="-10" dirty="0"/>
          </a:p>
        </p:txBody>
      </p:sp>
    </p:spTree>
    <p:extLst>
      <p:ext uri="{BB962C8B-B14F-4D97-AF65-F5344CB8AC3E}">
        <p14:creationId xmlns:p14="http://schemas.microsoft.com/office/powerpoint/2010/main" val="1983325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32475" y="214462"/>
            <a:ext cx="8349673" cy="518475"/>
          </a:xfrm>
        </p:spPr>
        <p:txBody>
          <a:bodyPr lIns="0" tIns="0" rIns="0" bIns="0"/>
          <a:lstStyle>
            <a:lvl1pPr>
              <a:defRPr sz="3369" b="1" i="0">
                <a:solidFill>
                  <a:srgbClr val="6D6E71"/>
                </a:solidFill>
                <a:latin typeface="Arial" panose="020B0604020202020204"/>
                <a:cs typeface="Arial" panose="020B0604020202020204"/>
              </a:defRPr>
            </a:lvl1pPr>
          </a:lstStyle>
          <a:p>
            <a:endParaRPr/>
          </a:p>
        </p:txBody>
      </p:sp>
      <p:sp>
        <p:nvSpPr>
          <p:cNvPr id="3" name="Holder 3"/>
          <p:cNvSpPr>
            <a:spLocks noGrp="1"/>
          </p:cNvSpPr>
          <p:nvPr>
            <p:ph sz="half" idx="2"/>
          </p:nvPr>
        </p:nvSpPr>
        <p:spPr>
          <a:xfrm>
            <a:off x="609601" y="1577340"/>
            <a:ext cx="5303519"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19"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89" b="1" i="0">
                <a:solidFill>
                  <a:schemeClr val="bg1"/>
                </a:solidFill>
                <a:latin typeface="Arial" panose="020B0604020202020204"/>
                <a:cs typeface="Arial" panose="020B0604020202020204"/>
              </a:defRPr>
            </a:lvl1pPr>
          </a:lstStyle>
          <a:p>
            <a:pPr marL="25168">
              <a:spcBef>
                <a:spcPts val="129"/>
              </a:spcBef>
            </a:pPr>
            <a:r>
              <a:rPr lang="en-US" spc="-10"/>
              <a:t>7th</a:t>
            </a:r>
            <a:r>
              <a:rPr lang="en-US" spc="-59"/>
              <a:t> </a:t>
            </a:r>
            <a:r>
              <a:rPr lang="en-US" spc="-10"/>
              <a:t>November</a:t>
            </a:r>
            <a:r>
              <a:rPr lang="en-US" spc="-50"/>
              <a:t> </a:t>
            </a:r>
            <a:r>
              <a:rPr lang="en-US" spc="-10"/>
              <a:t>2021</a:t>
            </a:r>
            <a:endParaRPr lang="en-US" spc="-10" dirty="0"/>
          </a:p>
        </p:txBody>
      </p:sp>
      <p:sp>
        <p:nvSpPr>
          <p:cNvPr id="6" name="Holder 6"/>
          <p:cNvSpPr>
            <a:spLocks noGrp="1"/>
          </p:cNvSpPr>
          <p:nvPr>
            <p:ph type="dt" sz="half" idx="6"/>
          </p:nvPr>
        </p:nvSpPr>
        <p:spPr/>
        <p:txBody>
          <a:bodyPr lIns="0" tIns="0" rIns="0" bIns="0"/>
          <a:lstStyle>
            <a:lvl1pPr>
              <a:defRPr sz="1189" b="1" i="0">
                <a:solidFill>
                  <a:schemeClr val="bg1"/>
                </a:solidFill>
                <a:latin typeface="Arial" panose="020B0604020202020204"/>
                <a:cs typeface="Arial" panose="020B0604020202020204"/>
              </a:defRPr>
            </a:lvl1pPr>
          </a:lstStyle>
          <a:p>
            <a:pPr marL="25168">
              <a:spcBef>
                <a:spcPts val="129"/>
              </a:spcBef>
            </a:pPr>
            <a:r>
              <a:rPr lang="en-US" spc="-10"/>
              <a:t>Swakkhar</a:t>
            </a:r>
            <a:r>
              <a:rPr lang="en-US" spc="-59"/>
              <a:t> </a:t>
            </a:r>
            <a:r>
              <a:rPr lang="en-US" spc="-10"/>
              <a:t>Shatabda</a:t>
            </a:r>
            <a:endParaRPr lang="en-US" spc="-10" dirty="0"/>
          </a:p>
        </p:txBody>
      </p:sp>
      <p:sp>
        <p:nvSpPr>
          <p:cNvPr id="7" name="Holder 7"/>
          <p:cNvSpPr>
            <a:spLocks noGrp="1"/>
          </p:cNvSpPr>
          <p:nvPr>
            <p:ph type="sldNum" sz="quarter" idx="7"/>
          </p:nvPr>
        </p:nvSpPr>
        <p:spPr/>
        <p:txBody>
          <a:bodyPr lIns="0" tIns="0" rIns="0" bIns="0"/>
          <a:lstStyle>
            <a:lvl1pPr>
              <a:defRPr sz="1189" b="1" i="0">
                <a:solidFill>
                  <a:schemeClr val="bg1"/>
                </a:solidFill>
                <a:latin typeface="Arial" panose="020B0604020202020204"/>
                <a:cs typeface="Arial" panose="020B0604020202020204"/>
              </a:defRPr>
            </a:lvl1pPr>
          </a:lstStyle>
          <a:p>
            <a:pPr marL="75503">
              <a:spcBef>
                <a:spcPts val="129"/>
              </a:spcBef>
            </a:pPr>
            <a:fld id="{81D60167-4931-47E6-BA6A-407CBD079E47}" type="slidenum">
              <a:rPr lang="en-US" spc="-10" smtClean="0"/>
              <a:pPr marL="75503">
                <a:spcBef>
                  <a:spcPts val="129"/>
                </a:spcBef>
              </a:pPr>
              <a:t>‹#›</a:t>
            </a:fld>
            <a:r>
              <a:rPr lang="en-US" spc="-59"/>
              <a:t> </a:t>
            </a:r>
            <a:r>
              <a:rPr lang="en-US" spc="-10"/>
              <a:t>/</a:t>
            </a:r>
            <a:r>
              <a:rPr lang="en-US" spc="-59"/>
              <a:t> </a:t>
            </a:r>
            <a:r>
              <a:rPr lang="en-US" spc="-10"/>
              <a:t>15</a:t>
            </a:r>
            <a:endParaRPr lang="en-US" spc="-10" dirty="0"/>
          </a:p>
        </p:txBody>
      </p:sp>
    </p:spTree>
    <p:extLst>
      <p:ext uri="{BB962C8B-B14F-4D97-AF65-F5344CB8AC3E}">
        <p14:creationId xmlns:p14="http://schemas.microsoft.com/office/powerpoint/2010/main" val="2181488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332475" y="214462"/>
            <a:ext cx="8349673" cy="518475"/>
          </a:xfrm>
        </p:spPr>
        <p:txBody>
          <a:bodyPr lIns="0" tIns="0" rIns="0" bIns="0"/>
          <a:lstStyle>
            <a:lvl1pPr>
              <a:defRPr sz="3369" b="1" i="0">
                <a:solidFill>
                  <a:srgbClr val="6D6E71"/>
                </a:solidFill>
                <a:latin typeface="Arial" panose="020B0604020202020204"/>
                <a:cs typeface="Arial" panose="020B0604020202020204"/>
              </a:defRPr>
            </a:lvl1pPr>
          </a:lstStyle>
          <a:p>
            <a:endParaRPr/>
          </a:p>
        </p:txBody>
      </p:sp>
      <p:sp>
        <p:nvSpPr>
          <p:cNvPr id="3" name="Holder 3"/>
          <p:cNvSpPr>
            <a:spLocks noGrp="1"/>
          </p:cNvSpPr>
          <p:nvPr>
            <p:ph type="ftr" sz="quarter" idx="5"/>
          </p:nvPr>
        </p:nvSpPr>
        <p:spPr/>
        <p:txBody>
          <a:bodyPr lIns="0" tIns="0" rIns="0" bIns="0"/>
          <a:lstStyle>
            <a:lvl1pPr>
              <a:defRPr sz="1189" b="1" i="0">
                <a:solidFill>
                  <a:schemeClr val="bg1"/>
                </a:solidFill>
                <a:latin typeface="Arial" panose="020B0604020202020204"/>
                <a:cs typeface="Arial" panose="020B0604020202020204"/>
              </a:defRPr>
            </a:lvl1pPr>
          </a:lstStyle>
          <a:p>
            <a:pPr marL="25168">
              <a:spcBef>
                <a:spcPts val="129"/>
              </a:spcBef>
            </a:pPr>
            <a:r>
              <a:rPr lang="en-US" spc="-10"/>
              <a:t>7th</a:t>
            </a:r>
            <a:r>
              <a:rPr lang="en-US" spc="-59"/>
              <a:t> </a:t>
            </a:r>
            <a:r>
              <a:rPr lang="en-US" spc="-10"/>
              <a:t>November</a:t>
            </a:r>
            <a:r>
              <a:rPr lang="en-US" spc="-50"/>
              <a:t> </a:t>
            </a:r>
            <a:r>
              <a:rPr lang="en-US" spc="-10"/>
              <a:t>2021</a:t>
            </a:r>
            <a:endParaRPr lang="en-US" spc="-10" dirty="0"/>
          </a:p>
        </p:txBody>
      </p:sp>
      <p:sp>
        <p:nvSpPr>
          <p:cNvPr id="4" name="Holder 4"/>
          <p:cNvSpPr>
            <a:spLocks noGrp="1"/>
          </p:cNvSpPr>
          <p:nvPr>
            <p:ph type="dt" sz="half" idx="6"/>
          </p:nvPr>
        </p:nvSpPr>
        <p:spPr/>
        <p:txBody>
          <a:bodyPr lIns="0" tIns="0" rIns="0" bIns="0"/>
          <a:lstStyle>
            <a:lvl1pPr>
              <a:defRPr sz="1189" b="1" i="0">
                <a:solidFill>
                  <a:schemeClr val="bg1"/>
                </a:solidFill>
                <a:latin typeface="Arial" panose="020B0604020202020204"/>
                <a:cs typeface="Arial" panose="020B0604020202020204"/>
              </a:defRPr>
            </a:lvl1pPr>
          </a:lstStyle>
          <a:p>
            <a:pPr marL="25168">
              <a:spcBef>
                <a:spcPts val="129"/>
              </a:spcBef>
            </a:pPr>
            <a:r>
              <a:rPr lang="en-US" spc="-10"/>
              <a:t>Swakkhar</a:t>
            </a:r>
            <a:r>
              <a:rPr lang="en-US" spc="-59"/>
              <a:t> </a:t>
            </a:r>
            <a:r>
              <a:rPr lang="en-US" spc="-10"/>
              <a:t>Shatabda</a:t>
            </a:r>
            <a:endParaRPr lang="en-US" spc="-10" dirty="0"/>
          </a:p>
        </p:txBody>
      </p:sp>
      <p:sp>
        <p:nvSpPr>
          <p:cNvPr id="5" name="Holder 5"/>
          <p:cNvSpPr>
            <a:spLocks noGrp="1"/>
          </p:cNvSpPr>
          <p:nvPr>
            <p:ph type="sldNum" sz="quarter" idx="7"/>
          </p:nvPr>
        </p:nvSpPr>
        <p:spPr/>
        <p:txBody>
          <a:bodyPr lIns="0" tIns="0" rIns="0" bIns="0"/>
          <a:lstStyle>
            <a:lvl1pPr>
              <a:defRPr sz="1189" b="1" i="0">
                <a:solidFill>
                  <a:schemeClr val="bg1"/>
                </a:solidFill>
                <a:latin typeface="Arial" panose="020B0604020202020204"/>
                <a:cs typeface="Arial" panose="020B0604020202020204"/>
              </a:defRPr>
            </a:lvl1pPr>
          </a:lstStyle>
          <a:p>
            <a:pPr marL="75503">
              <a:spcBef>
                <a:spcPts val="129"/>
              </a:spcBef>
            </a:pPr>
            <a:fld id="{81D60167-4931-47E6-BA6A-407CBD079E47}" type="slidenum">
              <a:rPr lang="en-US" spc="-10" smtClean="0"/>
              <a:pPr marL="75503">
                <a:spcBef>
                  <a:spcPts val="129"/>
                </a:spcBef>
              </a:pPr>
              <a:t>‹#›</a:t>
            </a:fld>
            <a:r>
              <a:rPr lang="en-US" spc="-59"/>
              <a:t> </a:t>
            </a:r>
            <a:r>
              <a:rPr lang="en-US" spc="-10"/>
              <a:t>/</a:t>
            </a:r>
            <a:r>
              <a:rPr lang="en-US" spc="-59"/>
              <a:t> </a:t>
            </a:r>
            <a:r>
              <a:rPr lang="en-US" spc="-10"/>
              <a:t>15</a:t>
            </a:r>
            <a:endParaRPr lang="en-US" spc="-10" dirty="0"/>
          </a:p>
        </p:txBody>
      </p:sp>
    </p:spTree>
    <p:extLst>
      <p:ext uri="{BB962C8B-B14F-4D97-AF65-F5344CB8AC3E}">
        <p14:creationId xmlns:p14="http://schemas.microsoft.com/office/powerpoint/2010/main" val="1146032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189" b="1" i="0">
                <a:solidFill>
                  <a:schemeClr val="bg1"/>
                </a:solidFill>
                <a:latin typeface="Arial" panose="020B0604020202020204"/>
                <a:cs typeface="Arial" panose="020B0604020202020204"/>
              </a:defRPr>
            </a:lvl1pPr>
          </a:lstStyle>
          <a:p>
            <a:pPr marL="25168">
              <a:spcBef>
                <a:spcPts val="129"/>
              </a:spcBef>
            </a:pPr>
            <a:r>
              <a:rPr lang="en-US" spc="-10"/>
              <a:t>7th</a:t>
            </a:r>
            <a:r>
              <a:rPr lang="en-US" spc="-59"/>
              <a:t> </a:t>
            </a:r>
            <a:r>
              <a:rPr lang="en-US" spc="-10"/>
              <a:t>November</a:t>
            </a:r>
            <a:r>
              <a:rPr lang="en-US" spc="-50"/>
              <a:t> </a:t>
            </a:r>
            <a:r>
              <a:rPr lang="en-US" spc="-10"/>
              <a:t>2021</a:t>
            </a:r>
            <a:endParaRPr lang="en-US" spc="-10" dirty="0"/>
          </a:p>
        </p:txBody>
      </p:sp>
      <p:sp>
        <p:nvSpPr>
          <p:cNvPr id="3" name="Holder 3"/>
          <p:cNvSpPr>
            <a:spLocks noGrp="1"/>
          </p:cNvSpPr>
          <p:nvPr>
            <p:ph type="dt" sz="half" idx="6"/>
          </p:nvPr>
        </p:nvSpPr>
        <p:spPr/>
        <p:txBody>
          <a:bodyPr lIns="0" tIns="0" rIns="0" bIns="0"/>
          <a:lstStyle>
            <a:lvl1pPr>
              <a:defRPr sz="1189" b="1" i="0">
                <a:solidFill>
                  <a:schemeClr val="bg1"/>
                </a:solidFill>
                <a:latin typeface="Arial" panose="020B0604020202020204"/>
                <a:cs typeface="Arial" panose="020B0604020202020204"/>
              </a:defRPr>
            </a:lvl1pPr>
          </a:lstStyle>
          <a:p>
            <a:pPr marL="25168">
              <a:spcBef>
                <a:spcPts val="129"/>
              </a:spcBef>
            </a:pPr>
            <a:r>
              <a:rPr lang="en-US" spc="-10"/>
              <a:t>Swakkhar</a:t>
            </a:r>
            <a:r>
              <a:rPr lang="en-US" spc="-59"/>
              <a:t> </a:t>
            </a:r>
            <a:r>
              <a:rPr lang="en-US" spc="-10"/>
              <a:t>Shatabda</a:t>
            </a:r>
            <a:endParaRPr lang="en-US" spc="-10" dirty="0"/>
          </a:p>
        </p:txBody>
      </p:sp>
      <p:sp>
        <p:nvSpPr>
          <p:cNvPr id="4" name="Holder 4"/>
          <p:cNvSpPr>
            <a:spLocks noGrp="1"/>
          </p:cNvSpPr>
          <p:nvPr>
            <p:ph type="sldNum" sz="quarter" idx="7"/>
          </p:nvPr>
        </p:nvSpPr>
        <p:spPr/>
        <p:txBody>
          <a:bodyPr lIns="0" tIns="0" rIns="0" bIns="0"/>
          <a:lstStyle>
            <a:lvl1pPr>
              <a:defRPr sz="1189" b="1" i="0">
                <a:solidFill>
                  <a:schemeClr val="bg1"/>
                </a:solidFill>
                <a:latin typeface="Arial" panose="020B0604020202020204"/>
                <a:cs typeface="Arial" panose="020B0604020202020204"/>
              </a:defRPr>
            </a:lvl1pPr>
          </a:lstStyle>
          <a:p>
            <a:pPr marL="75503">
              <a:spcBef>
                <a:spcPts val="129"/>
              </a:spcBef>
            </a:pPr>
            <a:fld id="{81D60167-4931-47E6-BA6A-407CBD079E47}" type="slidenum">
              <a:rPr lang="en-US" spc="-10" smtClean="0"/>
              <a:pPr marL="75503">
                <a:spcBef>
                  <a:spcPts val="129"/>
                </a:spcBef>
              </a:pPr>
              <a:t>‹#›</a:t>
            </a:fld>
            <a:r>
              <a:rPr lang="en-US" spc="-59"/>
              <a:t> </a:t>
            </a:r>
            <a:r>
              <a:rPr lang="en-US" spc="-10"/>
              <a:t>/</a:t>
            </a:r>
            <a:r>
              <a:rPr lang="en-US" spc="-59"/>
              <a:t> </a:t>
            </a:r>
            <a:r>
              <a:rPr lang="en-US" spc="-10"/>
              <a:t>15</a:t>
            </a:r>
            <a:endParaRPr lang="en-US" spc="-10" dirty="0"/>
          </a:p>
        </p:txBody>
      </p:sp>
    </p:spTree>
    <p:extLst>
      <p:ext uri="{BB962C8B-B14F-4D97-AF65-F5344CB8AC3E}">
        <p14:creationId xmlns:p14="http://schemas.microsoft.com/office/powerpoint/2010/main" val="42509212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32475" y="214462"/>
            <a:ext cx="8349673" cy="261610"/>
          </a:xfrm>
          <a:prstGeom prst="rect">
            <a:avLst/>
          </a:prstGeom>
        </p:spPr>
        <p:txBody>
          <a:bodyPr wrap="square" lIns="0" tIns="0" rIns="0" bIns="0">
            <a:spAutoFit/>
          </a:bodyPr>
          <a:lstStyle>
            <a:lvl1pPr>
              <a:defRPr sz="1700" b="1" i="0">
                <a:solidFill>
                  <a:srgbClr val="6D6E71"/>
                </a:solidFill>
                <a:latin typeface="Arial" panose="020B0604020202020204"/>
                <a:cs typeface="Arial" panose="020B0604020202020204"/>
              </a:defRPr>
            </a:lvl1pPr>
          </a:lstStyle>
          <a:p>
            <a:endParaRPr/>
          </a:p>
        </p:txBody>
      </p:sp>
      <p:sp>
        <p:nvSpPr>
          <p:cNvPr id="3" name="Holder 3"/>
          <p:cNvSpPr>
            <a:spLocks noGrp="1"/>
          </p:cNvSpPr>
          <p:nvPr>
            <p:ph type="body" idx="1"/>
          </p:nvPr>
        </p:nvSpPr>
        <p:spPr>
          <a:xfrm>
            <a:off x="609600" y="1577340"/>
            <a:ext cx="109728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8878597" y="6601982"/>
            <a:ext cx="1904368" cy="182999"/>
          </a:xfrm>
          <a:prstGeom prst="rect">
            <a:avLst/>
          </a:prstGeom>
        </p:spPr>
        <p:txBody>
          <a:bodyPr wrap="square" lIns="0" tIns="0" rIns="0" bIns="0">
            <a:spAutoFit/>
          </a:bodyPr>
          <a:lstStyle>
            <a:lvl1pPr>
              <a:defRPr sz="1189" b="1" i="0">
                <a:solidFill>
                  <a:schemeClr val="bg1"/>
                </a:solidFill>
                <a:latin typeface="Arial" panose="020B0604020202020204"/>
                <a:cs typeface="Arial" panose="020B0604020202020204"/>
              </a:defRPr>
            </a:lvl1pPr>
          </a:lstStyle>
          <a:p>
            <a:pPr marL="25168">
              <a:spcBef>
                <a:spcPts val="129"/>
              </a:spcBef>
            </a:pPr>
            <a:r>
              <a:rPr lang="en-US" spc="-10"/>
              <a:t>7th</a:t>
            </a:r>
            <a:r>
              <a:rPr lang="en-US" spc="-59"/>
              <a:t> </a:t>
            </a:r>
            <a:r>
              <a:rPr lang="en-US" spc="-10"/>
              <a:t>November</a:t>
            </a:r>
            <a:r>
              <a:rPr lang="en-US" spc="-50"/>
              <a:t> </a:t>
            </a:r>
            <a:r>
              <a:rPr lang="en-US" spc="-10"/>
              <a:t>2021</a:t>
            </a:r>
            <a:endParaRPr lang="en-US" spc="-10" dirty="0"/>
          </a:p>
        </p:txBody>
      </p:sp>
      <p:sp>
        <p:nvSpPr>
          <p:cNvPr id="5" name="Holder 5"/>
          <p:cNvSpPr>
            <a:spLocks noGrp="1"/>
          </p:cNvSpPr>
          <p:nvPr>
            <p:ph type="dt" sz="half" idx="6"/>
          </p:nvPr>
        </p:nvSpPr>
        <p:spPr>
          <a:xfrm>
            <a:off x="444118" y="6601983"/>
            <a:ext cx="1964826" cy="182999"/>
          </a:xfrm>
          <a:prstGeom prst="rect">
            <a:avLst/>
          </a:prstGeom>
        </p:spPr>
        <p:txBody>
          <a:bodyPr wrap="square" lIns="0" tIns="0" rIns="0" bIns="0">
            <a:spAutoFit/>
          </a:bodyPr>
          <a:lstStyle>
            <a:lvl1pPr>
              <a:defRPr sz="1189" b="1" i="0">
                <a:solidFill>
                  <a:schemeClr val="bg1"/>
                </a:solidFill>
                <a:latin typeface="Arial" panose="020B0604020202020204"/>
                <a:cs typeface="Arial" panose="020B0604020202020204"/>
              </a:defRPr>
            </a:lvl1pPr>
          </a:lstStyle>
          <a:p>
            <a:pPr marL="25168">
              <a:spcBef>
                <a:spcPts val="129"/>
              </a:spcBef>
            </a:pPr>
            <a:r>
              <a:rPr lang="en-US" spc="-10"/>
              <a:t>Swakkhar</a:t>
            </a:r>
            <a:r>
              <a:rPr lang="en-US" spc="-59"/>
              <a:t> </a:t>
            </a:r>
            <a:r>
              <a:rPr lang="en-US" spc="-10"/>
              <a:t>Shatabda</a:t>
            </a:r>
            <a:endParaRPr lang="en-US" spc="-10" dirty="0"/>
          </a:p>
        </p:txBody>
      </p:sp>
      <p:sp>
        <p:nvSpPr>
          <p:cNvPr id="6" name="Holder 6"/>
          <p:cNvSpPr>
            <a:spLocks noGrp="1"/>
          </p:cNvSpPr>
          <p:nvPr>
            <p:ph type="sldNum" sz="quarter" idx="7"/>
          </p:nvPr>
        </p:nvSpPr>
        <p:spPr>
          <a:xfrm>
            <a:off x="11105600" y="6601983"/>
            <a:ext cx="849745" cy="182999"/>
          </a:xfrm>
          <a:prstGeom prst="rect">
            <a:avLst/>
          </a:prstGeom>
        </p:spPr>
        <p:txBody>
          <a:bodyPr wrap="square" lIns="0" tIns="0" rIns="0" bIns="0">
            <a:spAutoFit/>
          </a:bodyPr>
          <a:lstStyle>
            <a:lvl1pPr>
              <a:defRPr sz="1189" b="1" i="0">
                <a:solidFill>
                  <a:schemeClr val="bg1"/>
                </a:solidFill>
                <a:latin typeface="Arial" panose="020B0604020202020204"/>
                <a:cs typeface="Arial" panose="020B0604020202020204"/>
              </a:defRPr>
            </a:lvl1pPr>
          </a:lstStyle>
          <a:p>
            <a:pPr marL="75503">
              <a:spcBef>
                <a:spcPts val="129"/>
              </a:spcBef>
            </a:pPr>
            <a:fld id="{81D60167-4931-47E6-BA6A-407CBD079E47}" type="slidenum">
              <a:rPr lang="en-US" spc="-10" smtClean="0"/>
              <a:pPr marL="75503">
                <a:spcBef>
                  <a:spcPts val="129"/>
                </a:spcBef>
              </a:pPr>
              <a:t>‹#›</a:t>
            </a:fld>
            <a:r>
              <a:rPr lang="en-US" spc="-59"/>
              <a:t> </a:t>
            </a:r>
            <a:r>
              <a:rPr lang="en-US" spc="-10"/>
              <a:t>/</a:t>
            </a:r>
            <a:r>
              <a:rPr lang="en-US" spc="-59"/>
              <a:t> </a:t>
            </a:r>
            <a:r>
              <a:rPr lang="en-US" spc="-10"/>
              <a:t>15</a:t>
            </a:r>
            <a:endParaRPr lang="en-US" spc="-10" dirty="0"/>
          </a:p>
        </p:txBody>
      </p:sp>
    </p:spTree>
    <p:extLst>
      <p:ext uri="{BB962C8B-B14F-4D97-AF65-F5344CB8AC3E}">
        <p14:creationId xmlns:p14="http://schemas.microsoft.com/office/powerpoint/2010/main" val="15696661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906033">
        <a:defRPr>
          <a:latin typeface="+mn-lt"/>
          <a:ea typeface="+mn-ea"/>
          <a:cs typeface="+mn-cs"/>
        </a:defRPr>
      </a:lvl2pPr>
      <a:lvl3pPr marL="1812066">
        <a:defRPr>
          <a:latin typeface="+mn-lt"/>
          <a:ea typeface="+mn-ea"/>
          <a:cs typeface="+mn-cs"/>
        </a:defRPr>
      </a:lvl3pPr>
      <a:lvl4pPr marL="2718100">
        <a:defRPr>
          <a:latin typeface="+mn-lt"/>
          <a:ea typeface="+mn-ea"/>
          <a:cs typeface="+mn-cs"/>
        </a:defRPr>
      </a:lvl4pPr>
      <a:lvl5pPr marL="3624133">
        <a:defRPr>
          <a:latin typeface="+mn-lt"/>
          <a:ea typeface="+mn-ea"/>
          <a:cs typeface="+mn-cs"/>
        </a:defRPr>
      </a:lvl5pPr>
      <a:lvl6pPr marL="4530166">
        <a:defRPr>
          <a:latin typeface="+mn-lt"/>
          <a:ea typeface="+mn-ea"/>
          <a:cs typeface="+mn-cs"/>
        </a:defRPr>
      </a:lvl6pPr>
      <a:lvl7pPr marL="5436199">
        <a:defRPr>
          <a:latin typeface="+mn-lt"/>
          <a:ea typeface="+mn-ea"/>
          <a:cs typeface="+mn-cs"/>
        </a:defRPr>
      </a:lvl7pPr>
      <a:lvl8pPr marL="6342233">
        <a:defRPr>
          <a:latin typeface="+mn-lt"/>
          <a:ea typeface="+mn-ea"/>
          <a:cs typeface="+mn-cs"/>
        </a:defRPr>
      </a:lvl8pPr>
      <a:lvl9pPr marL="7248266">
        <a:defRPr>
          <a:latin typeface="+mn-lt"/>
          <a:ea typeface="+mn-ea"/>
          <a:cs typeface="+mn-cs"/>
        </a:defRPr>
      </a:lvl9pPr>
    </p:bodyStyle>
    <p:otherStyle>
      <a:lvl1pPr marL="0">
        <a:defRPr>
          <a:latin typeface="+mn-lt"/>
          <a:ea typeface="+mn-ea"/>
          <a:cs typeface="+mn-cs"/>
        </a:defRPr>
      </a:lvl1pPr>
      <a:lvl2pPr marL="906033">
        <a:defRPr>
          <a:latin typeface="+mn-lt"/>
          <a:ea typeface="+mn-ea"/>
          <a:cs typeface="+mn-cs"/>
        </a:defRPr>
      </a:lvl2pPr>
      <a:lvl3pPr marL="1812066">
        <a:defRPr>
          <a:latin typeface="+mn-lt"/>
          <a:ea typeface="+mn-ea"/>
          <a:cs typeface="+mn-cs"/>
        </a:defRPr>
      </a:lvl3pPr>
      <a:lvl4pPr marL="2718100">
        <a:defRPr>
          <a:latin typeface="+mn-lt"/>
          <a:ea typeface="+mn-ea"/>
          <a:cs typeface="+mn-cs"/>
        </a:defRPr>
      </a:lvl4pPr>
      <a:lvl5pPr marL="3624133">
        <a:defRPr>
          <a:latin typeface="+mn-lt"/>
          <a:ea typeface="+mn-ea"/>
          <a:cs typeface="+mn-cs"/>
        </a:defRPr>
      </a:lvl5pPr>
      <a:lvl6pPr marL="4530166">
        <a:defRPr>
          <a:latin typeface="+mn-lt"/>
          <a:ea typeface="+mn-ea"/>
          <a:cs typeface="+mn-cs"/>
        </a:defRPr>
      </a:lvl6pPr>
      <a:lvl7pPr marL="5436199">
        <a:defRPr>
          <a:latin typeface="+mn-lt"/>
          <a:ea typeface="+mn-ea"/>
          <a:cs typeface="+mn-cs"/>
        </a:defRPr>
      </a:lvl7pPr>
      <a:lvl8pPr marL="6342233">
        <a:defRPr>
          <a:latin typeface="+mn-lt"/>
          <a:ea typeface="+mn-ea"/>
          <a:cs typeface="+mn-cs"/>
        </a:defRPr>
      </a:lvl8pPr>
      <a:lvl9pPr marL="7248266">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773960" y="1918983"/>
            <a:ext cx="6191075" cy="1254997"/>
          </a:xfrm>
          <a:prstGeom prst="rect">
            <a:avLst/>
          </a:prstGeom>
        </p:spPr>
        <p:txBody>
          <a:bodyPr vert="horz" wrap="square" lIns="0" tIns="30200" rIns="0" bIns="0" rtlCol="0">
            <a:spAutoFit/>
          </a:bodyPr>
          <a:lstStyle/>
          <a:p>
            <a:pPr marL="25168" defTabSz="1812066">
              <a:spcBef>
                <a:spcPts val="238"/>
              </a:spcBef>
            </a:pPr>
            <a:r>
              <a:rPr sz="3171" b="1" spc="20" dirty="0">
                <a:solidFill>
                  <a:prstClr val="black"/>
                </a:solidFill>
                <a:latin typeface="Times New Roman" panose="02020603050405020304" pitchFamily="18" charset="0"/>
                <a:cs typeface="Times New Roman" panose="02020603050405020304" pitchFamily="18" charset="0"/>
              </a:rPr>
              <a:t>Assessment</a:t>
            </a:r>
            <a:endParaRPr sz="3171" dirty="0">
              <a:solidFill>
                <a:prstClr val="black"/>
              </a:solidFill>
              <a:latin typeface="Times New Roman" panose="02020603050405020304" pitchFamily="18" charset="0"/>
              <a:cs typeface="Times New Roman" panose="02020603050405020304" pitchFamily="18" charset="0"/>
            </a:endParaRPr>
          </a:p>
          <a:p>
            <a:pPr marL="40268" defTabSz="1812066">
              <a:lnSpc>
                <a:spcPts val="2804"/>
              </a:lnSpc>
              <a:spcBef>
                <a:spcPts val="79"/>
              </a:spcBef>
            </a:pPr>
            <a:r>
              <a:rPr sz="3171" spc="377" dirty="0">
                <a:solidFill>
                  <a:prstClr val="black"/>
                </a:solidFill>
                <a:latin typeface="Times New Roman" panose="02020603050405020304" pitchFamily="18" charset="0"/>
                <a:cs typeface="Times New Roman" panose="02020603050405020304" pitchFamily="18" charset="0"/>
              </a:rPr>
              <a:t>CSE</a:t>
            </a:r>
            <a:r>
              <a:rPr sz="3171" spc="198" dirty="0">
                <a:solidFill>
                  <a:prstClr val="black"/>
                </a:solidFill>
                <a:latin typeface="Times New Roman" panose="02020603050405020304" pitchFamily="18" charset="0"/>
                <a:cs typeface="Times New Roman" panose="02020603050405020304" pitchFamily="18" charset="0"/>
              </a:rPr>
              <a:t> </a:t>
            </a:r>
            <a:r>
              <a:rPr sz="3171" spc="139" dirty="0">
                <a:solidFill>
                  <a:prstClr val="black"/>
                </a:solidFill>
                <a:latin typeface="Times New Roman" panose="02020603050405020304" pitchFamily="18" charset="0"/>
                <a:cs typeface="Times New Roman" panose="02020603050405020304" pitchFamily="18" charset="0"/>
              </a:rPr>
              <a:t>4000A</a:t>
            </a:r>
            <a:r>
              <a:rPr sz="3171" spc="198" dirty="0">
                <a:solidFill>
                  <a:prstClr val="black"/>
                </a:solidFill>
                <a:latin typeface="Times New Roman" panose="02020603050405020304" pitchFamily="18" charset="0"/>
                <a:cs typeface="Times New Roman" panose="02020603050405020304" pitchFamily="18" charset="0"/>
              </a:rPr>
              <a:t> </a:t>
            </a:r>
            <a:r>
              <a:rPr sz="3171" spc="258" dirty="0">
                <a:solidFill>
                  <a:prstClr val="black"/>
                </a:solidFill>
                <a:latin typeface="Times New Roman" panose="02020603050405020304" pitchFamily="18" charset="0"/>
                <a:cs typeface="Times New Roman" panose="02020603050405020304" pitchFamily="18" charset="0"/>
              </a:rPr>
              <a:t>&amp;</a:t>
            </a:r>
            <a:r>
              <a:rPr sz="3171" spc="198" dirty="0">
                <a:solidFill>
                  <a:prstClr val="black"/>
                </a:solidFill>
                <a:latin typeface="Times New Roman" panose="02020603050405020304" pitchFamily="18" charset="0"/>
                <a:cs typeface="Times New Roman" panose="02020603050405020304" pitchFamily="18" charset="0"/>
              </a:rPr>
              <a:t> </a:t>
            </a:r>
            <a:r>
              <a:rPr sz="3171" spc="377" dirty="0">
                <a:solidFill>
                  <a:prstClr val="black"/>
                </a:solidFill>
                <a:latin typeface="Times New Roman" panose="02020603050405020304" pitchFamily="18" charset="0"/>
                <a:cs typeface="Times New Roman" panose="02020603050405020304" pitchFamily="18" charset="0"/>
              </a:rPr>
              <a:t>CSE</a:t>
            </a:r>
            <a:r>
              <a:rPr sz="3171" spc="198" dirty="0">
                <a:solidFill>
                  <a:prstClr val="black"/>
                </a:solidFill>
                <a:latin typeface="Times New Roman" panose="02020603050405020304" pitchFamily="18" charset="0"/>
                <a:cs typeface="Times New Roman" panose="02020603050405020304" pitchFamily="18" charset="0"/>
              </a:rPr>
              <a:t> </a:t>
            </a:r>
            <a:r>
              <a:rPr sz="3171" spc="178" dirty="0">
                <a:solidFill>
                  <a:prstClr val="black"/>
                </a:solidFill>
                <a:latin typeface="Times New Roman" panose="02020603050405020304" pitchFamily="18" charset="0"/>
                <a:cs typeface="Times New Roman" panose="02020603050405020304" pitchFamily="18" charset="0"/>
              </a:rPr>
              <a:t>4000B</a:t>
            </a:r>
            <a:endParaRPr sz="3171" dirty="0">
              <a:solidFill>
                <a:prstClr val="black"/>
              </a:solidFill>
              <a:latin typeface="Times New Roman" panose="02020603050405020304" pitchFamily="18" charset="0"/>
              <a:cs typeface="Times New Roman" panose="02020603050405020304" pitchFamily="18" charset="0"/>
            </a:endParaRPr>
          </a:p>
          <a:p>
            <a:pPr marL="40268" defTabSz="1812066">
              <a:lnSpc>
                <a:spcPts val="2804"/>
              </a:lnSpc>
            </a:pPr>
            <a:r>
              <a:rPr sz="3171" spc="159" dirty="0">
                <a:solidFill>
                  <a:prstClr val="black"/>
                </a:solidFill>
                <a:latin typeface="Times New Roman" panose="02020603050405020304" pitchFamily="18" charset="0"/>
                <a:cs typeface="Times New Roman" panose="02020603050405020304" pitchFamily="18" charset="0"/>
              </a:rPr>
              <a:t>Final</a:t>
            </a:r>
            <a:r>
              <a:rPr sz="3171" spc="208" dirty="0">
                <a:solidFill>
                  <a:prstClr val="black"/>
                </a:solidFill>
                <a:latin typeface="Times New Roman" panose="02020603050405020304" pitchFamily="18" charset="0"/>
                <a:cs typeface="Times New Roman" panose="02020603050405020304" pitchFamily="18" charset="0"/>
              </a:rPr>
              <a:t> </a:t>
            </a:r>
            <a:r>
              <a:rPr sz="3171" spc="89" dirty="0">
                <a:solidFill>
                  <a:prstClr val="black"/>
                </a:solidFill>
                <a:latin typeface="Times New Roman" panose="02020603050405020304" pitchFamily="18" charset="0"/>
                <a:cs typeface="Times New Roman" panose="02020603050405020304" pitchFamily="18" charset="0"/>
              </a:rPr>
              <a:t>Year</a:t>
            </a:r>
            <a:r>
              <a:rPr sz="3171" spc="208" dirty="0">
                <a:solidFill>
                  <a:prstClr val="black"/>
                </a:solidFill>
                <a:latin typeface="Times New Roman" panose="02020603050405020304" pitchFamily="18" charset="0"/>
                <a:cs typeface="Times New Roman" panose="02020603050405020304" pitchFamily="18" charset="0"/>
              </a:rPr>
              <a:t> </a:t>
            </a:r>
            <a:r>
              <a:rPr sz="3171" spc="159" dirty="0">
                <a:solidFill>
                  <a:prstClr val="black"/>
                </a:solidFill>
                <a:latin typeface="Times New Roman" panose="02020603050405020304" pitchFamily="18" charset="0"/>
                <a:cs typeface="Times New Roman" panose="02020603050405020304" pitchFamily="18" charset="0"/>
              </a:rPr>
              <a:t>Design</a:t>
            </a:r>
            <a:r>
              <a:rPr sz="3171" spc="208" dirty="0">
                <a:solidFill>
                  <a:prstClr val="black"/>
                </a:solidFill>
                <a:latin typeface="Times New Roman" panose="02020603050405020304" pitchFamily="18" charset="0"/>
                <a:cs typeface="Times New Roman" panose="02020603050405020304" pitchFamily="18" charset="0"/>
              </a:rPr>
              <a:t> </a:t>
            </a:r>
            <a:r>
              <a:rPr sz="3171" spc="89" dirty="0">
                <a:solidFill>
                  <a:prstClr val="black"/>
                </a:solidFill>
                <a:latin typeface="Times New Roman" panose="02020603050405020304" pitchFamily="18" charset="0"/>
                <a:cs typeface="Times New Roman" panose="02020603050405020304" pitchFamily="18" charset="0"/>
              </a:rPr>
              <a:t>Project</a:t>
            </a:r>
            <a:endParaRPr sz="3171" dirty="0">
              <a:solidFill>
                <a:prstClr val="black"/>
              </a:solidFill>
              <a:latin typeface="Times New Roman" panose="02020603050405020304" pitchFamily="18" charset="0"/>
              <a:cs typeface="Times New Roman" panose="02020603050405020304" pitchFamily="18" charset="0"/>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77323" y="214463"/>
            <a:ext cx="4898751" cy="548970"/>
          </a:xfrm>
          <a:prstGeom prst="rect">
            <a:avLst/>
          </a:prstGeom>
        </p:spPr>
        <p:txBody>
          <a:bodyPr vert="horz" wrap="square" lIns="0" tIns="30200" rIns="0" bIns="0" rtlCol="0">
            <a:spAutoFit/>
          </a:bodyPr>
          <a:lstStyle/>
          <a:p>
            <a:pPr marL="25168">
              <a:spcBef>
                <a:spcPts val="238"/>
              </a:spcBef>
            </a:pPr>
            <a:r>
              <a:rPr dirty="0"/>
              <a:t>Facts</a:t>
            </a:r>
            <a:r>
              <a:rPr spc="-20" dirty="0"/>
              <a:t> </a:t>
            </a:r>
            <a:r>
              <a:rPr spc="20" dirty="0"/>
              <a:t>about</a:t>
            </a:r>
            <a:r>
              <a:rPr spc="-20" dirty="0"/>
              <a:t> </a:t>
            </a:r>
            <a:r>
              <a:rPr spc="10" dirty="0"/>
              <a:t>this</a:t>
            </a:r>
            <a:r>
              <a:rPr spc="-10" dirty="0"/>
              <a:t> </a:t>
            </a:r>
            <a:r>
              <a:rPr spc="10" dirty="0"/>
              <a:t>course</a:t>
            </a:r>
          </a:p>
        </p:txBody>
      </p:sp>
      <p:sp>
        <p:nvSpPr>
          <p:cNvPr id="12" name="object 12"/>
          <p:cNvSpPr txBox="1"/>
          <p:nvPr/>
        </p:nvSpPr>
        <p:spPr>
          <a:xfrm>
            <a:off x="962026" y="725429"/>
            <a:ext cx="10525124" cy="5108449"/>
          </a:xfrm>
          <a:prstGeom prst="rect">
            <a:avLst/>
          </a:prstGeom>
        </p:spPr>
        <p:txBody>
          <a:bodyPr vert="horz" wrap="square" lIns="0" tIns="13842" rIns="0" bIns="0" rtlCol="0">
            <a:spAutoFit/>
          </a:bodyPr>
          <a:lstStyle/>
          <a:p>
            <a:pPr marL="1132542" marR="2734459" indent="-339762" defTabSz="1812066">
              <a:lnSpc>
                <a:spcPct val="103000"/>
              </a:lnSpc>
              <a:spcBef>
                <a:spcPts val="109"/>
              </a:spcBef>
              <a:buFont typeface="Wingdings" panose="05000000000000000000" pitchFamily="2" charset="2"/>
              <a:buChar char="q"/>
            </a:pPr>
            <a:r>
              <a:rPr sz="2180" spc="-10" dirty="0">
                <a:solidFill>
                  <a:prstClr val="black"/>
                </a:solidFill>
                <a:latin typeface="Microsoft Sans Serif" panose="020B0604020202020204"/>
                <a:cs typeface="Microsoft Sans Serif" panose="020B0604020202020204"/>
              </a:rPr>
              <a:t>Course </a:t>
            </a:r>
            <a:r>
              <a:rPr sz="2180" spc="-20" dirty="0">
                <a:solidFill>
                  <a:prstClr val="black"/>
                </a:solidFill>
                <a:latin typeface="Microsoft Sans Serif" panose="020B0604020202020204"/>
                <a:cs typeface="Microsoft Sans Serif" panose="020B0604020202020204"/>
              </a:rPr>
              <a:t>Title:</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Final </a:t>
            </a:r>
            <a:r>
              <a:rPr sz="2180" spc="-89" dirty="0">
                <a:solidFill>
                  <a:prstClr val="black"/>
                </a:solidFill>
                <a:latin typeface="Microsoft Sans Serif" panose="020B0604020202020204"/>
                <a:cs typeface="Microsoft Sans Serif" panose="020B0604020202020204"/>
              </a:rPr>
              <a:t>Year </a:t>
            </a:r>
            <a:r>
              <a:rPr sz="2180" spc="-20" dirty="0">
                <a:solidFill>
                  <a:prstClr val="black"/>
                </a:solidFill>
                <a:latin typeface="Microsoft Sans Serif" panose="020B0604020202020204"/>
                <a:cs typeface="Microsoft Sans Serif" panose="020B0604020202020204"/>
              </a:rPr>
              <a:t>Design </a:t>
            </a:r>
            <a:r>
              <a:rPr sz="2180" spc="-10" dirty="0">
                <a:solidFill>
                  <a:prstClr val="black"/>
                </a:solidFill>
                <a:latin typeface="Microsoft Sans Serif" panose="020B0604020202020204"/>
                <a:cs typeface="Microsoft Sans Serif" panose="020B0604020202020204"/>
              </a:rPr>
              <a:t>Project </a:t>
            </a:r>
            <a:r>
              <a:rPr sz="2180" spc="-555"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Course Code:</a:t>
            </a:r>
            <a:r>
              <a:rPr sz="2180" spc="139"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CSE</a:t>
            </a:r>
            <a:r>
              <a:rPr sz="218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4000A,</a:t>
            </a:r>
            <a:r>
              <a:rPr sz="218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CSE</a:t>
            </a:r>
            <a:r>
              <a:rPr sz="218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4000B</a:t>
            </a:r>
            <a:r>
              <a:rPr lang="en-US" sz="2180" spc="-20" dirty="0">
                <a:solidFill>
                  <a:prstClr val="black"/>
                </a:solidFill>
                <a:latin typeface="Microsoft Sans Serif" panose="020B0604020202020204"/>
                <a:cs typeface="Microsoft Sans Serif" panose="020B0604020202020204"/>
              </a:rPr>
              <a:t>, CSE 4000C</a:t>
            </a:r>
            <a:endParaRPr lang="en-GB" sz="2180" dirty="0">
              <a:solidFill>
                <a:prstClr val="black"/>
              </a:solidFill>
              <a:latin typeface="Microsoft Sans Serif" panose="020B0604020202020204"/>
              <a:cs typeface="Microsoft Sans Serif" panose="020B0604020202020204"/>
            </a:endParaRPr>
          </a:p>
          <a:p>
            <a:pPr marL="1132542" marR="2188322" indent="-339762" defTabSz="1812066">
              <a:lnSpc>
                <a:spcPct val="103000"/>
              </a:lnSpc>
              <a:buFont typeface="Wingdings" panose="05000000000000000000" pitchFamily="2" charset="2"/>
              <a:buChar char="q"/>
            </a:pPr>
            <a:r>
              <a:rPr lang="en-GB" sz="2180" spc="-20" dirty="0">
                <a:solidFill>
                  <a:prstClr val="black"/>
                </a:solidFill>
                <a:latin typeface="Microsoft Sans Serif" panose="020B0604020202020204"/>
                <a:cs typeface="Microsoft Sans Serif" panose="020B0604020202020204"/>
              </a:rPr>
              <a:t>CSE</a:t>
            </a:r>
            <a:r>
              <a:rPr lang="en-GB" sz="2180" spc="10" dirty="0">
                <a:solidFill>
                  <a:prstClr val="black"/>
                </a:solidFill>
                <a:latin typeface="Microsoft Sans Serif" panose="020B0604020202020204"/>
                <a:cs typeface="Microsoft Sans Serif" panose="020B0604020202020204"/>
              </a:rPr>
              <a:t> </a:t>
            </a:r>
            <a:r>
              <a:rPr lang="en-GB" sz="2180" spc="-20" dirty="0">
                <a:solidFill>
                  <a:prstClr val="black"/>
                </a:solidFill>
                <a:latin typeface="Microsoft Sans Serif" panose="020B0604020202020204"/>
                <a:cs typeface="Microsoft Sans Serif" panose="020B0604020202020204"/>
              </a:rPr>
              <a:t>4000A</a:t>
            </a:r>
            <a:r>
              <a:rPr lang="en-GB" sz="2180" spc="20" dirty="0">
                <a:solidFill>
                  <a:prstClr val="black"/>
                </a:solidFill>
                <a:latin typeface="Microsoft Sans Serif" panose="020B0604020202020204"/>
                <a:cs typeface="Microsoft Sans Serif" panose="020B0604020202020204"/>
              </a:rPr>
              <a:t> </a:t>
            </a:r>
            <a:r>
              <a:rPr lang="en-GB" sz="2180" spc="-20" dirty="0">
                <a:solidFill>
                  <a:prstClr val="black"/>
                </a:solidFill>
                <a:latin typeface="Microsoft Sans Serif" panose="020B0604020202020204"/>
                <a:cs typeface="Microsoft Sans Serif" panose="020B0604020202020204"/>
              </a:rPr>
              <a:t>is</a:t>
            </a:r>
            <a:r>
              <a:rPr lang="en-GB" sz="2180" spc="10" dirty="0">
                <a:solidFill>
                  <a:prstClr val="black"/>
                </a:solidFill>
                <a:latin typeface="Microsoft Sans Serif" panose="020B0604020202020204"/>
                <a:cs typeface="Microsoft Sans Serif" panose="020B0604020202020204"/>
              </a:rPr>
              <a:t> </a:t>
            </a:r>
            <a:r>
              <a:rPr lang="en-GB" sz="2180" spc="-20" dirty="0">
                <a:solidFill>
                  <a:prstClr val="black"/>
                </a:solidFill>
                <a:latin typeface="Microsoft Sans Serif" panose="020B0604020202020204"/>
                <a:cs typeface="Microsoft Sans Serif" panose="020B0604020202020204"/>
              </a:rPr>
              <a:t>a</a:t>
            </a:r>
            <a:r>
              <a:rPr lang="en-GB" sz="2180" spc="20" dirty="0">
                <a:solidFill>
                  <a:prstClr val="black"/>
                </a:solidFill>
                <a:latin typeface="Microsoft Sans Serif" panose="020B0604020202020204"/>
                <a:cs typeface="Microsoft Sans Serif" panose="020B0604020202020204"/>
              </a:rPr>
              <a:t> </a:t>
            </a:r>
            <a:r>
              <a:rPr lang="en-GB" sz="2180" spc="-10" dirty="0">
                <a:solidFill>
                  <a:prstClr val="black"/>
                </a:solidFill>
                <a:latin typeface="Microsoft Sans Serif" panose="020B0604020202020204"/>
                <a:cs typeface="Microsoft Sans Serif" panose="020B0604020202020204"/>
              </a:rPr>
              <a:t>pre-requisite</a:t>
            </a:r>
            <a:r>
              <a:rPr lang="en-GB" sz="2180" spc="10" dirty="0">
                <a:solidFill>
                  <a:prstClr val="black"/>
                </a:solidFill>
                <a:latin typeface="Microsoft Sans Serif" panose="020B0604020202020204"/>
                <a:cs typeface="Microsoft Sans Serif" panose="020B0604020202020204"/>
              </a:rPr>
              <a:t> </a:t>
            </a:r>
            <a:r>
              <a:rPr lang="en-GB" sz="2180" spc="-10" dirty="0">
                <a:solidFill>
                  <a:prstClr val="black"/>
                </a:solidFill>
                <a:latin typeface="Microsoft Sans Serif" panose="020B0604020202020204"/>
                <a:cs typeface="Microsoft Sans Serif" panose="020B0604020202020204"/>
              </a:rPr>
              <a:t>to</a:t>
            </a:r>
            <a:r>
              <a:rPr lang="en-GB" sz="2180" spc="20" dirty="0">
                <a:solidFill>
                  <a:prstClr val="black"/>
                </a:solidFill>
                <a:latin typeface="Microsoft Sans Serif" panose="020B0604020202020204"/>
                <a:cs typeface="Microsoft Sans Serif" panose="020B0604020202020204"/>
              </a:rPr>
              <a:t> </a:t>
            </a:r>
            <a:r>
              <a:rPr lang="en-GB" sz="2180" spc="-20" dirty="0">
                <a:solidFill>
                  <a:prstClr val="black"/>
                </a:solidFill>
                <a:latin typeface="Microsoft Sans Serif" panose="020B0604020202020204"/>
                <a:cs typeface="Microsoft Sans Serif" panose="020B0604020202020204"/>
              </a:rPr>
              <a:t>CSE</a:t>
            </a:r>
            <a:r>
              <a:rPr lang="en-GB" sz="2180" spc="10" dirty="0">
                <a:solidFill>
                  <a:prstClr val="black"/>
                </a:solidFill>
                <a:latin typeface="Microsoft Sans Serif" panose="020B0604020202020204"/>
                <a:cs typeface="Microsoft Sans Serif" panose="020B0604020202020204"/>
              </a:rPr>
              <a:t> </a:t>
            </a:r>
            <a:r>
              <a:rPr lang="en-GB" sz="2180" spc="-20" dirty="0">
                <a:solidFill>
                  <a:prstClr val="black"/>
                </a:solidFill>
                <a:latin typeface="Microsoft Sans Serif" panose="020B0604020202020204"/>
                <a:cs typeface="Microsoft Sans Serif" panose="020B0604020202020204"/>
              </a:rPr>
              <a:t>4000B </a:t>
            </a:r>
            <a:r>
              <a:rPr lang="en-GB" sz="2180" spc="-545" dirty="0">
                <a:solidFill>
                  <a:prstClr val="black"/>
                </a:solidFill>
                <a:latin typeface="Microsoft Sans Serif" panose="020B0604020202020204"/>
                <a:cs typeface="Microsoft Sans Serif" panose="020B0604020202020204"/>
              </a:rPr>
              <a:t> </a:t>
            </a:r>
            <a:r>
              <a:rPr lang="en-GB" sz="2180" spc="-69" dirty="0">
                <a:solidFill>
                  <a:prstClr val="black"/>
                </a:solidFill>
                <a:latin typeface="Microsoft Sans Serif" panose="020B0604020202020204"/>
                <a:cs typeface="Microsoft Sans Serif" panose="020B0604020202020204"/>
              </a:rPr>
              <a:t>Total</a:t>
            </a:r>
            <a:r>
              <a:rPr lang="en-GB" sz="2180" spc="10" dirty="0">
                <a:solidFill>
                  <a:prstClr val="black"/>
                </a:solidFill>
                <a:latin typeface="Microsoft Sans Serif" panose="020B0604020202020204"/>
                <a:cs typeface="Microsoft Sans Serif" panose="020B0604020202020204"/>
              </a:rPr>
              <a:t> </a:t>
            </a:r>
            <a:r>
              <a:rPr lang="en-GB" sz="2180" spc="-20" dirty="0">
                <a:solidFill>
                  <a:prstClr val="black"/>
                </a:solidFill>
                <a:latin typeface="Microsoft Sans Serif" panose="020B0604020202020204"/>
                <a:cs typeface="Microsoft Sans Serif" panose="020B0604020202020204"/>
              </a:rPr>
              <a:t>Credit</a:t>
            </a:r>
            <a:r>
              <a:rPr lang="en-GB" sz="2180" spc="20" dirty="0">
                <a:solidFill>
                  <a:prstClr val="black"/>
                </a:solidFill>
                <a:latin typeface="Microsoft Sans Serif" panose="020B0604020202020204"/>
                <a:cs typeface="Microsoft Sans Serif" panose="020B0604020202020204"/>
              </a:rPr>
              <a:t> </a:t>
            </a:r>
            <a:r>
              <a:rPr lang="en-GB" sz="2180" dirty="0">
                <a:solidFill>
                  <a:prstClr val="black"/>
                </a:solidFill>
                <a:latin typeface="Microsoft Sans Serif" panose="020B0604020202020204"/>
                <a:cs typeface="Microsoft Sans Serif" panose="020B0604020202020204"/>
              </a:rPr>
              <a:t>Hour:</a:t>
            </a:r>
            <a:r>
              <a:rPr lang="en-GB" sz="2180" spc="149" dirty="0">
                <a:solidFill>
                  <a:prstClr val="black"/>
                </a:solidFill>
                <a:latin typeface="Microsoft Sans Serif" panose="020B0604020202020204"/>
                <a:cs typeface="Microsoft Sans Serif" panose="020B0604020202020204"/>
              </a:rPr>
              <a:t> </a:t>
            </a:r>
            <a:r>
              <a:rPr lang="en-GB" sz="2180" spc="-10" dirty="0">
                <a:solidFill>
                  <a:prstClr val="black"/>
                </a:solidFill>
                <a:latin typeface="Microsoft Sans Serif" panose="020B0604020202020204"/>
                <a:cs typeface="Microsoft Sans Serif" panose="020B0604020202020204"/>
              </a:rPr>
              <a:t>2.0+2.0 +2.0</a:t>
            </a:r>
            <a:r>
              <a:rPr lang="en-GB" sz="2180" spc="20" dirty="0">
                <a:solidFill>
                  <a:prstClr val="black"/>
                </a:solidFill>
                <a:latin typeface="Microsoft Sans Serif" panose="020B0604020202020204"/>
                <a:cs typeface="Microsoft Sans Serif" panose="020B0604020202020204"/>
              </a:rPr>
              <a:t> </a:t>
            </a:r>
            <a:r>
              <a:rPr lang="en-GB" sz="2180" spc="-20" dirty="0">
                <a:solidFill>
                  <a:prstClr val="black"/>
                </a:solidFill>
                <a:latin typeface="Microsoft Sans Serif" panose="020B0604020202020204"/>
                <a:cs typeface="Microsoft Sans Serif" panose="020B0604020202020204"/>
              </a:rPr>
              <a:t>=</a:t>
            </a:r>
            <a:r>
              <a:rPr lang="en-GB" sz="2180" spc="20" dirty="0">
                <a:solidFill>
                  <a:prstClr val="black"/>
                </a:solidFill>
                <a:latin typeface="Microsoft Sans Serif" panose="020B0604020202020204"/>
                <a:cs typeface="Microsoft Sans Serif" panose="020B0604020202020204"/>
              </a:rPr>
              <a:t> 6</a:t>
            </a:r>
            <a:r>
              <a:rPr lang="en-GB" sz="2180" spc="-10" dirty="0">
                <a:solidFill>
                  <a:prstClr val="black"/>
                </a:solidFill>
                <a:latin typeface="Microsoft Sans Serif" panose="020B0604020202020204"/>
                <a:cs typeface="Microsoft Sans Serif" panose="020B0604020202020204"/>
              </a:rPr>
              <a:t>.0</a:t>
            </a:r>
            <a:endParaRPr lang="en-GB" sz="2180" dirty="0">
              <a:solidFill>
                <a:prstClr val="black"/>
              </a:solidFill>
              <a:latin typeface="Microsoft Sans Serif" panose="020B0604020202020204"/>
              <a:cs typeface="Microsoft Sans Serif" panose="020B0604020202020204"/>
            </a:endParaRPr>
          </a:p>
          <a:p>
            <a:pPr marL="1132542" indent="-339762" defTabSz="1812066">
              <a:spcBef>
                <a:spcPts val="69"/>
              </a:spcBef>
              <a:buFont typeface="Wingdings" panose="05000000000000000000" pitchFamily="2" charset="2"/>
              <a:buChar char="q"/>
            </a:pPr>
            <a:r>
              <a:rPr sz="2180" spc="-10" dirty="0">
                <a:solidFill>
                  <a:srgbClr val="ED1C24"/>
                </a:solidFill>
                <a:latin typeface="Microsoft Sans Serif" panose="020B0604020202020204"/>
                <a:cs typeface="Microsoft Sans Serif" panose="020B0604020202020204"/>
              </a:rPr>
              <a:t>In</a:t>
            </a:r>
            <a:r>
              <a:rPr sz="2180" spc="10" dirty="0">
                <a:solidFill>
                  <a:srgbClr val="ED1C24"/>
                </a:solidFill>
                <a:latin typeface="Microsoft Sans Serif" panose="020B0604020202020204"/>
                <a:cs typeface="Microsoft Sans Serif" panose="020B0604020202020204"/>
              </a:rPr>
              <a:t> </a:t>
            </a:r>
            <a:r>
              <a:rPr sz="2180" spc="-20" dirty="0">
                <a:solidFill>
                  <a:srgbClr val="ED1C24"/>
                </a:solidFill>
                <a:latin typeface="Microsoft Sans Serif" panose="020B0604020202020204"/>
                <a:cs typeface="Microsoft Sans Serif" panose="020B0604020202020204"/>
              </a:rPr>
              <a:t>each</a:t>
            </a:r>
            <a:r>
              <a:rPr sz="2180" spc="20" dirty="0">
                <a:solidFill>
                  <a:srgbClr val="ED1C24"/>
                </a:solidFill>
                <a:latin typeface="Microsoft Sans Serif" panose="020B0604020202020204"/>
                <a:cs typeface="Microsoft Sans Serif" panose="020B0604020202020204"/>
              </a:rPr>
              <a:t> </a:t>
            </a:r>
            <a:r>
              <a:rPr sz="2180" spc="-20" dirty="0">
                <a:solidFill>
                  <a:srgbClr val="ED1C24"/>
                </a:solidFill>
                <a:latin typeface="Microsoft Sans Serif" panose="020B0604020202020204"/>
                <a:cs typeface="Microsoft Sans Serif" panose="020B0604020202020204"/>
              </a:rPr>
              <a:t>course,</a:t>
            </a:r>
            <a:r>
              <a:rPr sz="2180" spc="20" dirty="0">
                <a:solidFill>
                  <a:srgbClr val="ED1C24"/>
                </a:solidFill>
                <a:latin typeface="Microsoft Sans Serif" panose="020B0604020202020204"/>
                <a:cs typeface="Microsoft Sans Serif" panose="020B0604020202020204"/>
              </a:rPr>
              <a:t> </a:t>
            </a:r>
            <a:r>
              <a:rPr sz="2180" spc="-20" dirty="0">
                <a:solidFill>
                  <a:srgbClr val="ED1C24"/>
                </a:solidFill>
                <a:latin typeface="Microsoft Sans Serif" panose="020B0604020202020204"/>
                <a:cs typeface="Microsoft Sans Serif" panose="020B0604020202020204"/>
              </a:rPr>
              <a:t>a</a:t>
            </a:r>
            <a:r>
              <a:rPr sz="2180" spc="20" dirty="0">
                <a:solidFill>
                  <a:srgbClr val="ED1C24"/>
                </a:solidFill>
                <a:latin typeface="Microsoft Sans Serif" panose="020B0604020202020204"/>
                <a:cs typeface="Microsoft Sans Serif" panose="020B0604020202020204"/>
              </a:rPr>
              <a:t> </a:t>
            </a:r>
            <a:r>
              <a:rPr sz="2180" spc="-10" dirty="0">
                <a:solidFill>
                  <a:srgbClr val="ED1C24"/>
                </a:solidFill>
                <a:latin typeface="Microsoft Sans Serif" panose="020B0604020202020204"/>
                <a:cs typeface="Microsoft Sans Serif" panose="020B0604020202020204"/>
              </a:rPr>
              <a:t>student</a:t>
            </a:r>
            <a:r>
              <a:rPr sz="2180" spc="20" dirty="0">
                <a:solidFill>
                  <a:srgbClr val="ED1C24"/>
                </a:solidFill>
                <a:latin typeface="Microsoft Sans Serif" panose="020B0604020202020204"/>
                <a:cs typeface="Microsoft Sans Serif" panose="020B0604020202020204"/>
              </a:rPr>
              <a:t> </a:t>
            </a:r>
            <a:r>
              <a:rPr sz="2180" spc="-20" dirty="0">
                <a:solidFill>
                  <a:srgbClr val="ED1C24"/>
                </a:solidFill>
                <a:latin typeface="Microsoft Sans Serif" panose="020B0604020202020204"/>
                <a:cs typeface="Microsoft Sans Serif" panose="020B0604020202020204"/>
              </a:rPr>
              <a:t>must</a:t>
            </a:r>
            <a:r>
              <a:rPr sz="2180" spc="20" dirty="0">
                <a:solidFill>
                  <a:srgbClr val="ED1C24"/>
                </a:solidFill>
                <a:latin typeface="Microsoft Sans Serif" panose="020B0604020202020204"/>
                <a:cs typeface="Microsoft Sans Serif" panose="020B0604020202020204"/>
              </a:rPr>
              <a:t> </a:t>
            </a:r>
            <a:r>
              <a:rPr sz="2180" spc="-10" dirty="0">
                <a:solidFill>
                  <a:srgbClr val="ED1C24"/>
                </a:solidFill>
                <a:latin typeface="Microsoft Sans Serif" panose="020B0604020202020204"/>
                <a:cs typeface="Microsoft Sans Serif" panose="020B0604020202020204"/>
              </a:rPr>
              <a:t>get</a:t>
            </a:r>
            <a:r>
              <a:rPr sz="2180" spc="20" dirty="0">
                <a:solidFill>
                  <a:srgbClr val="ED1C24"/>
                </a:solidFill>
                <a:latin typeface="Microsoft Sans Serif" panose="020B0604020202020204"/>
                <a:cs typeface="Microsoft Sans Serif" panose="020B0604020202020204"/>
              </a:rPr>
              <a:t> </a:t>
            </a:r>
            <a:r>
              <a:rPr sz="2180" spc="-10" dirty="0">
                <a:solidFill>
                  <a:srgbClr val="ED1C24"/>
                </a:solidFill>
                <a:latin typeface="Microsoft Sans Serif" panose="020B0604020202020204"/>
                <a:cs typeface="Microsoft Sans Serif" panose="020B0604020202020204"/>
              </a:rPr>
              <a:t>at</a:t>
            </a:r>
            <a:r>
              <a:rPr sz="2180" spc="10" dirty="0">
                <a:solidFill>
                  <a:srgbClr val="ED1C24"/>
                </a:solidFill>
                <a:latin typeface="Microsoft Sans Serif" panose="020B0604020202020204"/>
                <a:cs typeface="Microsoft Sans Serif" panose="020B0604020202020204"/>
              </a:rPr>
              <a:t> </a:t>
            </a:r>
            <a:r>
              <a:rPr sz="2180" spc="-20" dirty="0">
                <a:solidFill>
                  <a:srgbClr val="ED1C24"/>
                </a:solidFill>
                <a:latin typeface="Microsoft Sans Serif" panose="020B0604020202020204"/>
                <a:cs typeface="Microsoft Sans Serif" panose="020B0604020202020204"/>
              </a:rPr>
              <a:t>least</a:t>
            </a:r>
            <a:r>
              <a:rPr sz="2180" spc="20" dirty="0">
                <a:solidFill>
                  <a:srgbClr val="ED1C24"/>
                </a:solidFill>
                <a:latin typeface="Microsoft Sans Serif" panose="020B0604020202020204"/>
                <a:cs typeface="Microsoft Sans Serif" panose="020B0604020202020204"/>
              </a:rPr>
              <a:t> </a:t>
            </a:r>
            <a:r>
              <a:rPr sz="2180" spc="-20" dirty="0">
                <a:solidFill>
                  <a:srgbClr val="ED1C24"/>
                </a:solidFill>
                <a:latin typeface="Microsoft Sans Serif" panose="020B0604020202020204"/>
                <a:cs typeface="Microsoft Sans Serif" panose="020B0604020202020204"/>
              </a:rPr>
              <a:t>C</a:t>
            </a:r>
            <a:r>
              <a:rPr sz="2180" spc="20" dirty="0">
                <a:solidFill>
                  <a:srgbClr val="ED1C24"/>
                </a:solidFill>
                <a:latin typeface="Microsoft Sans Serif" panose="020B0604020202020204"/>
                <a:cs typeface="Microsoft Sans Serif" panose="020B0604020202020204"/>
              </a:rPr>
              <a:t> </a:t>
            </a:r>
            <a:r>
              <a:rPr sz="2180" spc="-20" dirty="0">
                <a:solidFill>
                  <a:srgbClr val="ED1C24"/>
                </a:solidFill>
                <a:latin typeface="Microsoft Sans Serif" panose="020B0604020202020204"/>
                <a:cs typeface="Microsoft Sans Serif" panose="020B0604020202020204"/>
              </a:rPr>
              <a:t>grade!</a:t>
            </a:r>
            <a:endParaRPr lang="en-GB" sz="2180" dirty="0">
              <a:solidFill>
                <a:prstClr val="black"/>
              </a:solidFill>
              <a:latin typeface="Microsoft Sans Serif" panose="020B0604020202020204"/>
              <a:cs typeface="Microsoft Sans Serif" panose="020B0604020202020204"/>
            </a:endParaRPr>
          </a:p>
          <a:p>
            <a:pPr marL="1240762" indent="-339762" defTabSz="1812066">
              <a:spcBef>
                <a:spcPts val="1139"/>
              </a:spcBef>
              <a:buFont typeface="Wingdings" panose="05000000000000000000" pitchFamily="2" charset="2"/>
              <a:buChar char="q"/>
            </a:pPr>
            <a:r>
              <a:rPr lang="en-GB" sz="2180" spc="-10" dirty="0">
                <a:solidFill>
                  <a:srgbClr val="FFFFFF"/>
                </a:solidFill>
                <a:latin typeface="Microsoft Sans Serif" panose="020B0604020202020204"/>
                <a:cs typeface="Microsoft Sans Serif" panose="020B0604020202020204"/>
              </a:rPr>
              <a:t>Requirements</a:t>
            </a:r>
            <a:r>
              <a:rPr lang="en-GB" sz="2180" spc="-20" dirty="0">
                <a:solidFill>
                  <a:srgbClr val="FFFFFF"/>
                </a:solidFill>
                <a:latin typeface="Microsoft Sans Serif" panose="020B0604020202020204"/>
                <a:cs typeface="Microsoft Sans Serif" panose="020B0604020202020204"/>
              </a:rPr>
              <a:t> </a:t>
            </a:r>
            <a:r>
              <a:rPr lang="en-GB" sz="2180" spc="-10" dirty="0">
                <a:solidFill>
                  <a:srgbClr val="FFFFFF"/>
                </a:solidFill>
                <a:latin typeface="Microsoft Sans Serif" panose="020B0604020202020204"/>
                <a:cs typeface="Microsoft Sans Serif" panose="020B0604020202020204"/>
              </a:rPr>
              <a:t>of</a:t>
            </a:r>
            <a:r>
              <a:rPr lang="en-GB" sz="2180" spc="-20" dirty="0">
                <a:solidFill>
                  <a:srgbClr val="FFFFFF"/>
                </a:solidFill>
                <a:latin typeface="Microsoft Sans Serif" panose="020B0604020202020204"/>
                <a:cs typeface="Microsoft Sans Serif" panose="020B0604020202020204"/>
              </a:rPr>
              <a:t> </a:t>
            </a:r>
            <a:r>
              <a:rPr lang="en-GB" sz="2180" spc="-10" dirty="0">
                <a:solidFill>
                  <a:srgbClr val="FFFFFF"/>
                </a:solidFill>
                <a:latin typeface="Microsoft Sans Serif" panose="020B0604020202020204"/>
                <a:cs typeface="Microsoft Sans Serif" panose="020B0604020202020204"/>
              </a:rPr>
              <a:t>FYDP</a:t>
            </a:r>
            <a:endParaRPr lang="en-GB" sz="2180" dirty="0">
              <a:solidFill>
                <a:prstClr val="black"/>
              </a:solidFill>
              <a:latin typeface="Microsoft Sans Serif" panose="020B0604020202020204"/>
              <a:cs typeface="Microsoft Sans Serif" panose="020B0604020202020204"/>
            </a:endParaRPr>
          </a:p>
          <a:p>
            <a:pPr marL="1240762" indent="-339762" defTabSz="1812066">
              <a:spcBef>
                <a:spcPts val="1139"/>
              </a:spcBef>
              <a:buFont typeface="Wingdings" panose="05000000000000000000" pitchFamily="2" charset="2"/>
              <a:buChar char="q"/>
            </a:pPr>
            <a:endParaRPr lang="en-GB" sz="2180" spc="-20" dirty="0">
              <a:solidFill>
                <a:prstClr val="black"/>
              </a:solidFill>
              <a:latin typeface="Microsoft Sans Serif" panose="020B0604020202020204"/>
              <a:cs typeface="Microsoft Sans Serif" panose="020B0604020202020204"/>
            </a:endParaRPr>
          </a:p>
          <a:p>
            <a:pPr marL="1240762" indent="-339762" defTabSz="1812066">
              <a:spcBef>
                <a:spcPts val="1139"/>
              </a:spcBef>
              <a:buFont typeface="Wingdings" panose="05000000000000000000" pitchFamily="2" charset="2"/>
              <a:buChar char="q"/>
            </a:pPr>
            <a:r>
              <a:rPr lang="en-GB" sz="2180" spc="-20" dirty="0">
                <a:solidFill>
                  <a:prstClr val="black"/>
                </a:solidFill>
                <a:latin typeface="Microsoft Sans Serif" panose="020B0604020202020204"/>
                <a:cs typeface="Microsoft Sans Serif" panose="020B0604020202020204"/>
              </a:rPr>
              <a:t>Required</a:t>
            </a:r>
            <a:r>
              <a:rPr lang="en-GB" sz="2180" spc="-10" dirty="0">
                <a:solidFill>
                  <a:prstClr val="black"/>
                </a:solidFill>
                <a:latin typeface="Microsoft Sans Serif" panose="020B0604020202020204"/>
                <a:cs typeface="Microsoft Sans Serif" panose="020B0604020202020204"/>
              </a:rPr>
              <a:t> </a:t>
            </a:r>
            <a:r>
              <a:rPr lang="en-GB" sz="2180" spc="-40" dirty="0">
                <a:solidFill>
                  <a:prstClr val="black"/>
                </a:solidFill>
                <a:latin typeface="Microsoft Sans Serif" panose="020B0604020202020204"/>
                <a:cs typeface="Microsoft Sans Serif" panose="020B0604020202020204"/>
              </a:rPr>
              <a:t>by</a:t>
            </a:r>
            <a:r>
              <a:rPr lang="en-GB" sz="2180" dirty="0">
                <a:solidFill>
                  <a:prstClr val="black"/>
                </a:solidFill>
                <a:latin typeface="Microsoft Sans Serif" panose="020B0604020202020204"/>
                <a:cs typeface="Microsoft Sans Serif" panose="020B0604020202020204"/>
              </a:rPr>
              <a:t> </a:t>
            </a:r>
            <a:r>
              <a:rPr lang="en-GB" sz="2180" spc="-20" dirty="0">
                <a:solidFill>
                  <a:prstClr val="black"/>
                </a:solidFill>
                <a:latin typeface="Microsoft Sans Serif" panose="020B0604020202020204"/>
                <a:cs typeface="Microsoft Sans Serif" panose="020B0604020202020204"/>
              </a:rPr>
              <a:t>BAETE</a:t>
            </a:r>
            <a:endParaRPr lang="en-GB" sz="2180" dirty="0">
              <a:solidFill>
                <a:prstClr val="black"/>
              </a:solidFill>
              <a:latin typeface="Microsoft Sans Serif" panose="020B0604020202020204"/>
              <a:cs typeface="Microsoft Sans Serif" panose="020B0604020202020204"/>
            </a:endParaRPr>
          </a:p>
          <a:p>
            <a:pPr marL="1240762" marR="669458" indent="-339762" defTabSz="1812066">
              <a:lnSpc>
                <a:spcPct val="103000"/>
              </a:lnSpc>
              <a:spcBef>
                <a:spcPts val="595"/>
              </a:spcBef>
              <a:buFont typeface="Wingdings" panose="05000000000000000000" pitchFamily="2" charset="2"/>
              <a:buChar char="q"/>
            </a:pPr>
            <a:r>
              <a:rPr sz="2180" spc="-10" dirty="0">
                <a:solidFill>
                  <a:prstClr val="black"/>
                </a:solidFill>
                <a:latin typeface="Microsoft Sans Serif" panose="020B0604020202020204"/>
                <a:cs typeface="Microsoft Sans Serif" panose="020B0604020202020204"/>
              </a:rPr>
              <a:t>Represents</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culminating</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demonstration</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of</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program </a:t>
            </a:r>
            <a:r>
              <a:rPr sz="2180" spc="-555"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outcomes</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at</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a:t>
            </a:r>
            <a:r>
              <a:rPr sz="2180" spc="10" dirty="0">
                <a:solidFill>
                  <a:prstClr val="black"/>
                </a:solidFill>
                <a:latin typeface="Microsoft Sans Serif" panose="020B0604020202020204"/>
                <a:cs typeface="Microsoft Sans Serif" panose="020B0604020202020204"/>
              </a:rPr>
              <a:t> </a:t>
            </a:r>
            <a:r>
              <a:rPr sz="2180" spc="-40" dirty="0">
                <a:solidFill>
                  <a:prstClr val="black"/>
                </a:solidFill>
                <a:latin typeface="Microsoft Sans Serif" panose="020B0604020202020204"/>
                <a:cs typeface="Microsoft Sans Serif" panose="020B0604020202020204"/>
              </a:rPr>
              <a:t>level</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of</a:t>
            </a:r>
            <a:r>
              <a:rPr sz="2180" spc="10" dirty="0">
                <a:solidFill>
                  <a:prstClr val="black"/>
                </a:solidFill>
                <a:latin typeface="Microsoft Sans Serif" panose="020B0604020202020204"/>
                <a:cs typeface="Microsoft Sans Serif" panose="020B0604020202020204"/>
              </a:rPr>
              <a:t> </a:t>
            </a:r>
            <a:r>
              <a:rPr sz="2180" spc="-20" dirty="0">
                <a:solidFill>
                  <a:srgbClr val="ED1C24"/>
                </a:solidFill>
                <a:latin typeface="Microsoft Sans Serif" panose="020B0604020202020204"/>
                <a:cs typeface="Microsoft Sans Serif" panose="020B0604020202020204"/>
              </a:rPr>
              <a:t>solving</a:t>
            </a:r>
            <a:r>
              <a:rPr sz="2180" spc="20" dirty="0">
                <a:solidFill>
                  <a:srgbClr val="ED1C24"/>
                </a:solidFill>
                <a:latin typeface="Microsoft Sans Serif" panose="020B0604020202020204"/>
                <a:cs typeface="Microsoft Sans Serif" panose="020B0604020202020204"/>
              </a:rPr>
              <a:t> </a:t>
            </a:r>
            <a:r>
              <a:rPr sz="2180" spc="-30" dirty="0">
                <a:solidFill>
                  <a:srgbClr val="ED1C24"/>
                </a:solidFill>
                <a:latin typeface="Microsoft Sans Serif" panose="020B0604020202020204"/>
                <a:cs typeface="Microsoft Sans Serif" panose="020B0604020202020204"/>
              </a:rPr>
              <a:t>complex</a:t>
            </a:r>
            <a:r>
              <a:rPr sz="2180" spc="20" dirty="0">
                <a:solidFill>
                  <a:srgbClr val="ED1C24"/>
                </a:solidFill>
                <a:latin typeface="Microsoft Sans Serif" panose="020B0604020202020204"/>
                <a:cs typeface="Microsoft Sans Serif" panose="020B0604020202020204"/>
              </a:rPr>
              <a:t> </a:t>
            </a:r>
            <a:r>
              <a:rPr sz="2180" spc="-10" dirty="0">
                <a:solidFill>
                  <a:srgbClr val="ED1C24"/>
                </a:solidFill>
                <a:latin typeface="Microsoft Sans Serif" panose="020B0604020202020204"/>
                <a:cs typeface="Microsoft Sans Serif" panose="020B0604020202020204"/>
              </a:rPr>
              <a:t>engineering </a:t>
            </a:r>
            <a:r>
              <a:rPr sz="2180" dirty="0">
                <a:solidFill>
                  <a:srgbClr val="ED1C24"/>
                </a:solidFill>
                <a:latin typeface="Microsoft Sans Serif" panose="020B0604020202020204"/>
                <a:cs typeface="Microsoft Sans Serif" panose="020B0604020202020204"/>
              </a:rPr>
              <a:t> </a:t>
            </a:r>
            <a:r>
              <a:rPr sz="2180" spc="-20" dirty="0">
                <a:solidFill>
                  <a:srgbClr val="ED1C24"/>
                </a:solidFill>
                <a:latin typeface="Microsoft Sans Serif" panose="020B0604020202020204"/>
                <a:cs typeface="Microsoft Sans Serif" panose="020B0604020202020204"/>
              </a:rPr>
              <a:t>problems</a:t>
            </a:r>
            <a:r>
              <a:rPr sz="2180" spc="-20" dirty="0">
                <a:solidFill>
                  <a:prstClr val="black"/>
                </a:solidFill>
                <a:latin typeface="Microsoft Sans Serif" panose="020B0604020202020204"/>
                <a:cs typeface="Microsoft Sans Serif" panose="020B0604020202020204"/>
              </a:rPr>
              <a:t>.</a:t>
            </a:r>
            <a:endParaRPr sz="2180" dirty="0">
              <a:solidFill>
                <a:prstClr val="black"/>
              </a:solidFill>
              <a:latin typeface="Microsoft Sans Serif" panose="020B0604020202020204"/>
              <a:cs typeface="Microsoft Sans Serif" panose="020B0604020202020204"/>
            </a:endParaRPr>
          </a:p>
          <a:p>
            <a:pPr marL="1230695" marR="66694" indent="-339762" defTabSz="1812066">
              <a:lnSpc>
                <a:spcPct val="103000"/>
              </a:lnSpc>
              <a:spcBef>
                <a:spcPts val="595"/>
              </a:spcBef>
              <a:buFont typeface="Wingdings" panose="05000000000000000000" pitchFamily="2" charset="2"/>
              <a:buChar char="q"/>
            </a:pPr>
            <a:r>
              <a:rPr sz="2180" spc="-20" dirty="0">
                <a:solidFill>
                  <a:prstClr val="black"/>
                </a:solidFill>
                <a:latin typeface="Microsoft Sans Serif" panose="020B0604020202020204"/>
                <a:cs typeface="Microsoft Sans Serif" panose="020B0604020202020204"/>
              </a:rPr>
              <a:t>Based</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on</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knowledge</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skills</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acquired</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in</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earlier</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course </a:t>
            </a:r>
            <a:r>
              <a:rPr sz="2180" spc="-555"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work</a:t>
            </a:r>
            <a:endParaRPr sz="2180" dirty="0">
              <a:solidFill>
                <a:prstClr val="black"/>
              </a:solidFill>
              <a:latin typeface="Microsoft Sans Serif" panose="020B0604020202020204"/>
              <a:cs typeface="Microsoft Sans Serif" panose="020B0604020202020204"/>
            </a:endParaRPr>
          </a:p>
          <a:p>
            <a:pPr marL="1240762" marR="10067" indent="-339762" defTabSz="1812066">
              <a:lnSpc>
                <a:spcPct val="103000"/>
              </a:lnSpc>
              <a:spcBef>
                <a:spcPts val="595"/>
              </a:spcBef>
              <a:buFont typeface="Wingdings" panose="05000000000000000000" pitchFamily="2" charset="2"/>
              <a:buChar char="q"/>
            </a:pPr>
            <a:r>
              <a:rPr sz="2180" spc="-10" dirty="0">
                <a:solidFill>
                  <a:prstClr val="black"/>
                </a:solidFill>
                <a:latin typeface="Microsoft Sans Serif" panose="020B0604020202020204"/>
                <a:cs typeface="Microsoft Sans Serif" panose="020B0604020202020204"/>
              </a:rPr>
              <a:t>Incorporating</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appropriate</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engineering</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standards</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a:t>
            </a:r>
            <a:r>
              <a:rPr sz="2180" spc="10" dirty="0">
                <a:solidFill>
                  <a:prstClr val="black"/>
                </a:solidFill>
                <a:latin typeface="Microsoft Sans Serif" panose="020B0604020202020204"/>
                <a:cs typeface="Microsoft Sans Serif" panose="020B0604020202020204"/>
              </a:rPr>
              <a:t> </a:t>
            </a:r>
            <a:r>
              <a:rPr sz="2180" spc="-20" dirty="0">
                <a:solidFill>
                  <a:srgbClr val="ED1C24"/>
                </a:solidFill>
                <a:latin typeface="Microsoft Sans Serif" panose="020B0604020202020204"/>
                <a:cs typeface="Microsoft Sans Serif" panose="020B0604020202020204"/>
              </a:rPr>
              <a:t>multiple </a:t>
            </a:r>
            <a:r>
              <a:rPr sz="2180" spc="-555" dirty="0">
                <a:solidFill>
                  <a:srgbClr val="ED1C24"/>
                </a:solidFill>
                <a:latin typeface="Microsoft Sans Serif" panose="020B0604020202020204"/>
                <a:cs typeface="Microsoft Sans Serif" panose="020B0604020202020204"/>
              </a:rPr>
              <a:t> </a:t>
            </a:r>
            <a:r>
              <a:rPr sz="2180" spc="-20" dirty="0">
                <a:solidFill>
                  <a:srgbClr val="ED1C24"/>
                </a:solidFill>
                <a:latin typeface="Microsoft Sans Serif" panose="020B0604020202020204"/>
                <a:cs typeface="Microsoft Sans Serif" panose="020B0604020202020204"/>
              </a:rPr>
              <a:t>realistic</a:t>
            </a:r>
            <a:r>
              <a:rPr sz="2180" spc="10" dirty="0">
                <a:solidFill>
                  <a:srgbClr val="ED1C24"/>
                </a:solidFill>
                <a:latin typeface="Microsoft Sans Serif" panose="020B0604020202020204"/>
                <a:cs typeface="Microsoft Sans Serif" panose="020B0604020202020204"/>
              </a:rPr>
              <a:t> </a:t>
            </a:r>
            <a:r>
              <a:rPr sz="2180" spc="-20" dirty="0">
                <a:solidFill>
                  <a:srgbClr val="ED1C24"/>
                </a:solidFill>
                <a:latin typeface="Microsoft Sans Serif" panose="020B0604020202020204"/>
                <a:cs typeface="Microsoft Sans Serif" panose="020B0604020202020204"/>
              </a:rPr>
              <a:t>constraints</a:t>
            </a:r>
            <a:r>
              <a:rPr sz="2180" spc="-20" dirty="0">
                <a:solidFill>
                  <a:prstClr val="black"/>
                </a:solidFill>
                <a:latin typeface="Microsoft Sans Serif" panose="020B0604020202020204"/>
                <a:cs typeface="Microsoft Sans Serif" panose="020B0604020202020204"/>
              </a:rPr>
              <a:t>.</a:t>
            </a:r>
            <a:endParaRPr sz="2180" dirty="0">
              <a:solidFill>
                <a:prstClr val="black"/>
              </a:solidFill>
              <a:latin typeface="Microsoft Sans Serif" panose="020B0604020202020204"/>
              <a:cs typeface="Microsoft Sans Serif" panose="020B0604020202020204"/>
            </a:endParaRPr>
          </a:p>
        </p:txBody>
      </p:sp>
      <p:sp>
        <p:nvSpPr>
          <p:cNvPr id="17" name="object 17"/>
          <p:cNvSpPr txBox="1">
            <a:spLocks noGrp="1"/>
          </p:cNvSpPr>
          <p:nvPr>
            <p:ph type="sldNum" sz="quarter" idx="7"/>
          </p:nvPr>
        </p:nvSpPr>
        <p:spPr>
          <a:xfrm>
            <a:off x="25063817" y="13082829"/>
            <a:ext cx="1683898" cy="199518"/>
          </a:xfrm>
          <a:prstGeom prst="rect">
            <a:avLst/>
          </a:prstGeom>
        </p:spPr>
        <p:txBody>
          <a:bodyPr vert="horz" wrap="square" lIns="0" tIns="16359" rIns="0" bIns="0" rtlCol="0">
            <a:spAutoFit/>
          </a:bodyPr>
          <a:lstStyle/>
          <a:p>
            <a:pPr marL="75503" defTabSz="1812066">
              <a:spcBef>
                <a:spcPts val="129"/>
              </a:spcBef>
            </a:pPr>
            <a:r>
              <a:rPr spc="-10" dirty="0">
                <a:solidFill>
                  <a:prstClr val="white"/>
                </a:solidFill>
              </a:rPr>
              <a:t>1</a:t>
            </a:r>
            <a:r>
              <a:rPr spc="-59" dirty="0">
                <a:solidFill>
                  <a:prstClr val="white"/>
                </a:solidFill>
              </a:rPr>
              <a:t> </a:t>
            </a:r>
            <a:r>
              <a:rPr spc="-10" dirty="0">
                <a:solidFill>
                  <a:prstClr val="white"/>
                </a:solidFill>
              </a:rPr>
              <a:t>/</a:t>
            </a:r>
            <a:r>
              <a:rPr spc="-59" dirty="0">
                <a:solidFill>
                  <a:prstClr val="white"/>
                </a:solidFill>
              </a:rPr>
              <a:t> </a:t>
            </a:r>
            <a:r>
              <a:rPr spc="-10" dirty="0">
                <a:solidFill>
                  <a:prstClr val="white"/>
                </a:solidFill>
              </a:rPr>
              <a:t>15</a:t>
            </a:r>
          </a:p>
        </p:txBody>
      </p:sp>
      <p:sp>
        <p:nvSpPr>
          <p:cNvPr id="20" name="TextBox 19"/>
          <p:cNvSpPr txBox="1"/>
          <p:nvPr/>
        </p:nvSpPr>
        <p:spPr>
          <a:xfrm>
            <a:off x="2340039" y="2824994"/>
            <a:ext cx="3754072" cy="548970"/>
          </a:xfrm>
          <a:prstGeom prst="rect">
            <a:avLst/>
          </a:prstGeom>
        </p:spPr>
        <p:txBody>
          <a:bodyPr vert="horz" wrap="square" lIns="0" tIns="30200" rIns="0" bIns="0" rtlCol="0">
            <a:spAutoFit/>
          </a:bodyPr>
          <a:lstStyle>
            <a:lvl1pPr marL="12700">
              <a:lnSpc>
                <a:spcPct val="100000"/>
              </a:lnSpc>
              <a:spcBef>
                <a:spcPts val="120"/>
              </a:spcBef>
              <a:defRPr sz="1700" b="1" i="0">
                <a:solidFill>
                  <a:srgbClr val="6D6E71"/>
                </a:solidFill>
                <a:latin typeface="Arial" panose="020B0604020202020204"/>
                <a:ea typeface="+mj-ea"/>
                <a:cs typeface="Arial" panose="020B0604020202020204"/>
              </a:defRPr>
            </a:lvl1pPr>
          </a:lstStyle>
          <a:p>
            <a:pPr marL="25168" defTabSz="1812066">
              <a:spcBef>
                <a:spcPts val="238"/>
              </a:spcBef>
            </a:pPr>
            <a:r>
              <a:rPr lang="en-GB" sz="3369" dirty="0"/>
              <a:t>Requirement</a:t>
            </a: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77323" y="214463"/>
            <a:ext cx="5339173" cy="548970"/>
          </a:xfrm>
          <a:prstGeom prst="rect">
            <a:avLst/>
          </a:prstGeom>
        </p:spPr>
        <p:txBody>
          <a:bodyPr vert="horz" wrap="square" lIns="0" tIns="30200" rIns="0" bIns="0" rtlCol="0">
            <a:spAutoFit/>
          </a:bodyPr>
          <a:lstStyle/>
          <a:p>
            <a:pPr marL="25168">
              <a:spcBef>
                <a:spcPts val="238"/>
              </a:spcBef>
            </a:pPr>
            <a:r>
              <a:rPr spc="10" dirty="0"/>
              <a:t>Program</a:t>
            </a:r>
            <a:r>
              <a:rPr spc="-40" dirty="0"/>
              <a:t> </a:t>
            </a:r>
            <a:r>
              <a:rPr spc="20" dirty="0"/>
              <a:t>Outcomes</a:t>
            </a:r>
            <a:r>
              <a:rPr spc="-30" dirty="0"/>
              <a:t> </a:t>
            </a:r>
            <a:r>
              <a:rPr spc="20" dirty="0"/>
              <a:t>(POs)</a:t>
            </a:r>
          </a:p>
        </p:txBody>
      </p:sp>
      <p:sp>
        <p:nvSpPr>
          <p:cNvPr id="3" name="object 3"/>
          <p:cNvSpPr txBox="1"/>
          <p:nvPr/>
        </p:nvSpPr>
        <p:spPr>
          <a:xfrm>
            <a:off x="2018950" y="861969"/>
            <a:ext cx="4842126" cy="5026718"/>
          </a:xfrm>
          <a:prstGeom prst="rect">
            <a:avLst/>
          </a:prstGeom>
        </p:spPr>
        <p:txBody>
          <a:bodyPr vert="horz" wrap="square" lIns="0" tIns="25167" rIns="0" bIns="0" rtlCol="0">
            <a:spAutoFit/>
          </a:bodyPr>
          <a:lstStyle/>
          <a:p>
            <a:pPr marL="25168" marR="1184135" defTabSz="1812066">
              <a:lnSpc>
                <a:spcPct val="125000"/>
              </a:lnSpc>
              <a:spcBef>
                <a:spcPts val="198"/>
              </a:spcBef>
            </a:pPr>
            <a:r>
              <a:rPr sz="2180" spc="-20" dirty="0">
                <a:solidFill>
                  <a:srgbClr val="6D6E71"/>
                </a:solidFill>
                <a:latin typeface="Microsoft Sans Serif" panose="020B0604020202020204"/>
                <a:cs typeface="Microsoft Sans Serif" panose="020B0604020202020204"/>
              </a:rPr>
              <a:t>PO a</a:t>
            </a:r>
            <a:r>
              <a:rPr sz="2180" spc="446" dirty="0">
                <a:solidFill>
                  <a:srgbClr val="6D6E71"/>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Engineering </a:t>
            </a:r>
            <a:r>
              <a:rPr sz="2180" spc="-20" dirty="0">
                <a:solidFill>
                  <a:prstClr val="black"/>
                </a:solidFill>
                <a:latin typeface="Microsoft Sans Serif" panose="020B0604020202020204"/>
                <a:cs typeface="Microsoft Sans Serif" panose="020B0604020202020204"/>
              </a:rPr>
              <a:t>knowledge </a:t>
            </a:r>
            <a:r>
              <a:rPr sz="2180" spc="-555" dirty="0">
                <a:solidFill>
                  <a:prstClr val="black"/>
                </a:solidFill>
                <a:latin typeface="Microsoft Sans Serif" panose="020B0604020202020204"/>
                <a:cs typeface="Microsoft Sans Serif" panose="020B0604020202020204"/>
              </a:rPr>
              <a:t> </a:t>
            </a:r>
            <a:r>
              <a:rPr sz="2180" spc="-20" dirty="0">
                <a:solidFill>
                  <a:srgbClr val="6D6E71"/>
                </a:solidFill>
                <a:latin typeface="Microsoft Sans Serif" panose="020B0604020202020204"/>
                <a:cs typeface="Microsoft Sans Serif" panose="020B0604020202020204"/>
              </a:rPr>
              <a:t>PO</a:t>
            </a:r>
            <a:r>
              <a:rPr sz="2180" spc="10" dirty="0">
                <a:solidFill>
                  <a:srgbClr val="6D6E71"/>
                </a:solidFill>
                <a:latin typeface="Microsoft Sans Serif" panose="020B0604020202020204"/>
                <a:cs typeface="Microsoft Sans Serif" panose="020B0604020202020204"/>
              </a:rPr>
              <a:t> </a:t>
            </a:r>
            <a:r>
              <a:rPr sz="2180" spc="-20" dirty="0">
                <a:solidFill>
                  <a:srgbClr val="6D6E71"/>
                </a:solidFill>
                <a:latin typeface="Microsoft Sans Serif" panose="020B0604020202020204"/>
                <a:cs typeface="Microsoft Sans Serif" panose="020B0604020202020204"/>
              </a:rPr>
              <a:t>b</a:t>
            </a:r>
            <a:r>
              <a:rPr sz="2180" spc="486" dirty="0">
                <a:solidFill>
                  <a:srgbClr val="6D6E71"/>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Problem</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analysis</a:t>
            </a:r>
            <a:endParaRPr sz="2180" dirty="0">
              <a:solidFill>
                <a:prstClr val="black"/>
              </a:solidFill>
              <a:latin typeface="Microsoft Sans Serif" panose="020B0604020202020204"/>
              <a:cs typeface="Microsoft Sans Serif" panose="020B0604020202020204"/>
            </a:endParaRPr>
          </a:p>
          <a:p>
            <a:pPr marL="25168" marR="85570" indent="15101" defTabSz="1812066">
              <a:lnSpc>
                <a:spcPct val="125000"/>
              </a:lnSpc>
            </a:pPr>
            <a:r>
              <a:rPr sz="2180" spc="-20" dirty="0">
                <a:solidFill>
                  <a:srgbClr val="6D6E71"/>
                </a:solidFill>
                <a:latin typeface="Microsoft Sans Serif" panose="020B0604020202020204"/>
                <a:cs typeface="Microsoft Sans Serif" panose="020B0604020202020204"/>
              </a:rPr>
              <a:t>PO </a:t>
            </a:r>
            <a:r>
              <a:rPr sz="2180" spc="-10" dirty="0">
                <a:solidFill>
                  <a:srgbClr val="6D6E71"/>
                </a:solidFill>
                <a:latin typeface="Microsoft Sans Serif" panose="020B0604020202020204"/>
                <a:cs typeface="Microsoft Sans Serif" panose="020B0604020202020204"/>
              </a:rPr>
              <a:t>c</a:t>
            </a:r>
            <a:r>
              <a:rPr sz="2180" dirty="0">
                <a:solidFill>
                  <a:srgbClr val="6D6E71"/>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Design/development </a:t>
            </a:r>
            <a:r>
              <a:rPr sz="2180" spc="-10" dirty="0">
                <a:solidFill>
                  <a:prstClr val="black"/>
                </a:solidFill>
                <a:latin typeface="Microsoft Sans Serif" panose="020B0604020202020204"/>
                <a:cs typeface="Microsoft Sans Serif" panose="020B0604020202020204"/>
              </a:rPr>
              <a:t>of </a:t>
            </a:r>
            <a:r>
              <a:rPr sz="2180" spc="-20" dirty="0">
                <a:solidFill>
                  <a:prstClr val="black"/>
                </a:solidFill>
                <a:latin typeface="Microsoft Sans Serif" panose="020B0604020202020204"/>
                <a:cs typeface="Microsoft Sans Serif" panose="020B0604020202020204"/>
              </a:rPr>
              <a:t>solutions </a:t>
            </a:r>
            <a:r>
              <a:rPr sz="2180" spc="-555" dirty="0">
                <a:solidFill>
                  <a:prstClr val="black"/>
                </a:solidFill>
                <a:latin typeface="Microsoft Sans Serif" panose="020B0604020202020204"/>
                <a:cs typeface="Microsoft Sans Serif" panose="020B0604020202020204"/>
              </a:rPr>
              <a:t> </a:t>
            </a:r>
            <a:r>
              <a:rPr sz="2180" spc="-20" dirty="0">
                <a:solidFill>
                  <a:srgbClr val="6D6E71"/>
                </a:solidFill>
                <a:latin typeface="Microsoft Sans Serif" panose="020B0604020202020204"/>
                <a:cs typeface="Microsoft Sans Serif" panose="020B0604020202020204"/>
              </a:rPr>
              <a:t>PO</a:t>
            </a:r>
            <a:r>
              <a:rPr sz="2180" spc="10" dirty="0">
                <a:solidFill>
                  <a:srgbClr val="6D6E71"/>
                </a:solidFill>
                <a:latin typeface="Microsoft Sans Serif" panose="020B0604020202020204"/>
                <a:cs typeface="Microsoft Sans Serif" panose="020B0604020202020204"/>
              </a:rPr>
              <a:t> </a:t>
            </a:r>
            <a:r>
              <a:rPr sz="2180" spc="-20" dirty="0">
                <a:solidFill>
                  <a:srgbClr val="6D6E71"/>
                </a:solidFill>
                <a:latin typeface="Microsoft Sans Serif" panose="020B0604020202020204"/>
                <a:cs typeface="Microsoft Sans Serif" panose="020B0604020202020204"/>
              </a:rPr>
              <a:t>d</a:t>
            </a:r>
            <a:r>
              <a:rPr sz="2180" spc="495" dirty="0">
                <a:solidFill>
                  <a:srgbClr val="6D6E71"/>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Investigation</a:t>
            </a:r>
            <a:endParaRPr sz="2180" dirty="0">
              <a:solidFill>
                <a:prstClr val="black"/>
              </a:solidFill>
              <a:latin typeface="Microsoft Sans Serif" panose="020B0604020202020204"/>
              <a:cs typeface="Microsoft Sans Serif" panose="020B0604020202020204"/>
            </a:endParaRPr>
          </a:p>
          <a:p>
            <a:pPr marL="25168" defTabSz="1812066">
              <a:spcBef>
                <a:spcPts val="664"/>
              </a:spcBef>
            </a:pPr>
            <a:r>
              <a:rPr sz="2180" spc="-20" dirty="0">
                <a:solidFill>
                  <a:srgbClr val="6D6E71"/>
                </a:solidFill>
                <a:latin typeface="Microsoft Sans Serif" panose="020B0604020202020204"/>
                <a:cs typeface="Microsoft Sans Serif" panose="020B0604020202020204"/>
              </a:rPr>
              <a:t>PO</a:t>
            </a:r>
            <a:r>
              <a:rPr sz="2180" spc="10" dirty="0">
                <a:solidFill>
                  <a:srgbClr val="6D6E71"/>
                </a:solidFill>
                <a:latin typeface="Microsoft Sans Serif" panose="020B0604020202020204"/>
                <a:cs typeface="Microsoft Sans Serif" panose="020B0604020202020204"/>
              </a:rPr>
              <a:t> </a:t>
            </a:r>
            <a:r>
              <a:rPr sz="2180" spc="-20" dirty="0">
                <a:solidFill>
                  <a:srgbClr val="6D6E71"/>
                </a:solidFill>
                <a:latin typeface="Microsoft Sans Serif" panose="020B0604020202020204"/>
                <a:cs typeface="Microsoft Sans Serif" panose="020B0604020202020204"/>
              </a:rPr>
              <a:t>e</a:t>
            </a:r>
            <a:r>
              <a:rPr sz="2180" spc="486" dirty="0">
                <a:solidFill>
                  <a:srgbClr val="6D6E71"/>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Modern</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tool</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usage</a:t>
            </a:r>
            <a:endParaRPr lang="en-GB" sz="2180" dirty="0">
              <a:solidFill>
                <a:prstClr val="black"/>
              </a:solidFill>
              <a:latin typeface="Microsoft Sans Serif" panose="020B0604020202020204"/>
              <a:cs typeface="Microsoft Sans Serif" panose="020B0604020202020204"/>
            </a:endParaRPr>
          </a:p>
          <a:p>
            <a:pPr marL="25168" defTabSz="1812066">
              <a:spcBef>
                <a:spcPts val="664"/>
              </a:spcBef>
            </a:pPr>
            <a:r>
              <a:rPr sz="2180" spc="-20" dirty="0">
                <a:solidFill>
                  <a:srgbClr val="6D6E71"/>
                </a:solidFill>
                <a:latin typeface="Microsoft Sans Serif" panose="020B0604020202020204"/>
                <a:cs typeface="Microsoft Sans Serif" panose="020B0604020202020204"/>
              </a:rPr>
              <a:t>PO</a:t>
            </a:r>
            <a:r>
              <a:rPr sz="2180" spc="10" dirty="0">
                <a:solidFill>
                  <a:srgbClr val="6D6E71"/>
                </a:solidFill>
                <a:latin typeface="Microsoft Sans Serif" panose="020B0604020202020204"/>
                <a:cs typeface="Microsoft Sans Serif" panose="020B0604020202020204"/>
              </a:rPr>
              <a:t> </a:t>
            </a:r>
            <a:r>
              <a:rPr sz="2180" spc="-10" dirty="0">
                <a:solidFill>
                  <a:srgbClr val="6D6E71"/>
                </a:solidFill>
                <a:latin typeface="Microsoft Sans Serif" panose="020B0604020202020204"/>
                <a:cs typeface="Microsoft Sans Serif" panose="020B0604020202020204"/>
              </a:rPr>
              <a:t>f</a:t>
            </a:r>
            <a:r>
              <a:rPr sz="2180" spc="486" dirty="0">
                <a:solidFill>
                  <a:srgbClr val="6D6E71"/>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The</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engineer</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society</a:t>
            </a:r>
            <a:endParaRPr sz="2180" dirty="0">
              <a:solidFill>
                <a:prstClr val="black"/>
              </a:solidFill>
              <a:latin typeface="Microsoft Sans Serif" panose="020B0604020202020204"/>
              <a:cs typeface="Microsoft Sans Serif" panose="020B0604020202020204"/>
            </a:endParaRPr>
          </a:p>
          <a:p>
            <a:pPr marL="25168" marR="320887" defTabSz="1812066">
              <a:lnSpc>
                <a:spcPct val="125000"/>
              </a:lnSpc>
            </a:pPr>
            <a:r>
              <a:rPr sz="2180" spc="-20" dirty="0">
                <a:solidFill>
                  <a:srgbClr val="6D6E71"/>
                </a:solidFill>
                <a:latin typeface="Microsoft Sans Serif" panose="020B0604020202020204"/>
                <a:cs typeface="Microsoft Sans Serif" panose="020B0604020202020204"/>
              </a:rPr>
              <a:t>PO</a:t>
            </a:r>
            <a:r>
              <a:rPr sz="2180" spc="20" dirty="0">
                <a:solidFill>
                  <a:srgbClr val="6D6E71"/>
                </a:solidFill>
                <a:latin typeface="Microsoft Sans Serif" panose="020B0604020202020204"/>
                <a:cs typeface="Microsoft Sans Serif" panose="020B0604020202020204"/>
              </a:rPr>
              <a:t> </a:t>
            </a:r>
            <a:r>
              <a:rPr sz="2180" spc="-20" dirty="0">
                <a:solidFill>
                  <a:srgbClr val="6D6E71"/>
                </a:solidFill>
                <a:latin typeface="Microsoft Sans Serif" panose="020B0604020202020204"/>
                <a:cs typeface="Microsoft Sans Serif" panose="020B0604020202020204"/>
              </a:rPr>
              <a:t>g</a:t>
            </a:r>
            <a:r>
              <a:rPr sz="2180" spc="515" dirty="0">
                <a:solidFill>
                  <a:srgbClr val="6D6E71"/>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Environment</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sustainability </a:t>
            </a:r>
            <a:r>
              <a:rPr sz="2180" spc="-555" dirty="0">
                <a:solidFill>
                  <a:prstClr val="black"/>
                </a:solidFill>
                <a:latin typeface="Microsoft Sans Serif" panose="020B0604020202020204"/>
                <a:cs typeface="Microsoft Sans Serif" panose="020B0604020202020204"/>
              </a:rPr>
              <a:t> </a:t>
            </a:r>
            <a:r>
              <a:rPr sz="2180" spc="-20" dirty="0">
                <a:solidFill>
                  <a:srgbClr val="6D6E71"/>
                </a:solidFill>
                <a:latin typeface="Microsoft Sans Serif" panose="020B0604020202020204"/>
                <a:cs typeface="Microsoft Sans Serif" panose="020B0604020202020204"/>
              </a:rPr>
              <a:t>PO</a:t>
            </a:r>
            <a:r>
              <a:rPr sz="2180" spc="10" dirty="0">
                <a:solidFill>
                  <a:srgbClr val="6D6E71"/>
                </a:solidFill>
                <a:latin typeface="Microsoft Sans Serif" panose="020B0604020202020204"/>
                <a:cs typeface="Microsoft Sans Serif" panose="020B0604020202020204"/>
              </a:rPr>
              <a:t> </a:t>
            </a:r>
            <a:r>
              <a:rPr sz="2180" spc="-20" dirty="0">
                <a:solidFill>
                  <a:srgbClr val="6D6E71"/>
                </a:solidFill>
                <a:latin typeface="Microsoft Sans Serif" panose="020B0604020202020204"/>
                <a:cs typeface="Microsoft Sans Serif" panose="020B0604020202020204"/>
              </a:rPr>
              <a:t>h</a:t>
            </a:r>
            <a:r>
              <a:rPr sz="2180" spc="495" dirty="0">
                <a:solidFill>
                  <a:srgbClr val="6D6E71"/>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Ethics</a:t>
            </a:r>
            <a:endParaRPr lang="en-GB" sz="2180" dirty="0">
              <a:solidFill>
                <a:prstClr val="black"/>
              </a:solidFill>
              <a:latin typeface="Microsoft Sans Serif" panose="020B0604020202020204"/>
              <a:cs typeface="Microsoft Sans Serif" panose="020B0604020202020204"/>
            </a:endParaRPr>
          </a:p>
          <a:p>
            <a:pPr marL="25168" marR="320887" defTabSz="1812066">
              <a:lnSpc>
                <a:spcPct val="125000"/>
              </a:lnSpc>
            </a:pPr>
            <a:r>
              <a:rPr sz="2180" spc="-20" dirty="0">
                <a:solidFill>
                  <a:srgbClr val="6D6E71"/>
                </a:solidFill>
                <a:latin typeface="Microsoft Sans Serif" panose="020B0604020202020204"/>
                <a:cs typeface="Microsoft Sans Serif" panose="020B0604020202020204"/>
              </a:rPr>
              <a:t>PO</a:t>
            </a:r>
            <a:r>
              <a:rPr sz="2180" dirty="0">
                <a:solidFill>
                  <a:srgbClr val="6D6E71"/>
                </a:solidFill>
                <a:latin typeface="Microsoft Sans Serif" panose="020B0604020202020204"/>
                <a:cs typeface="Microsoft Sans Serif" panose="020B0604020202020204"/>
              </a:rPr>
              <a:t> </a:t>
            </a:r>
            <a:r>
              <a:rPr sz="2180" spc="-20" dirty="0">
                <a:solidFill>
                  <a:srgbClr val="6D6E71"/>
                </a:solidFill>
                <a:latin typeface="Microsoft Sans Serif" panose="020B0604020202020204"/>
                <a:cs typeface="Microsoft Sans Serif" panose="020B0604020202020204"/>
              </a:rPr>
              <a:t>i</a:t>
            </a:r>
            <a:r>
              <a:rPr sz="2180" spc="486" dirty="0">
                <a:solidFill>
                  <a:srgbClr val="6D6E71"/>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Individual</a:t>
            </a:r>
            <a:r>
              <a:rPr sz="218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work</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teamwork </a:t>
            </a:r>
            <a:r>
              <a:rPr sz="2180" spc="-545" dirty="0">
                <a:solidFill>
                  <a:prstClr val="black"/>
                </a:solidFill>
                <a:latin typeface="Microsoft Sans Serif" panose="020B0604020202020204"/>
                <a:cs typeface="Microsoft Sans Serif" panose="020B0604020202020204"/>
              </a:rPr>
              <a:t> </a:t>
            </a:r>
            <a:r>
              <a:rPr sz="2180" spc="-20" dirty="0">
                <a:solidFill>
                  <a:srgbClr val="6D6E71"/>
                </a:solidFill>
                <a:latin typeface="Microsoft Sans Serif" panose="020B0604020202020204"/>
                <a:cs typeface="Microsoft Sans Serif" panose="020B0604020202020204"/>
              </a:rPr>
              <a:t>PO</a:t>
            </a:r>
            <a:r>
              <a:rPr sz="2180" spc="10" dirty="0">
                <a:solidFill>
                  <a:srgbClr val="6D6E71"/>
                </a:solidFill>
                <a:latin typeface="Microsoft Sans Serif" panose="020B0604020202020204"/>
                <a:cs typeface="Microsoft Sans Serif" panose="020B0604020202020204"/>
              </a:rPr>
              <a:t> </a:t>
            </a:r>
            <a:r>
              <a:rPr sz="2180" spc="-20" dirty="0">
                <a:solidFill>
                  <a:srgbClr val="6D6E71"/>
                </a:solidFill>
                <a:latin typeface="Microsoft Sans Serif" panose="020B0604020202020204"/>
                <a:cs typeface="Microsoft Sans Serif" panose="020B0604020202020204"/>
              </a:rPr>
              <a:t>j</a:t>
            </a:r>
            <a:r>
              <a:rPr sz="2180" spc="495" dirty="0">
                <a:solidFill>
                  <a:srgbClr val="6D6E71"/>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Communication</a:t>
            </a:r>
            <a:endParaRPr sz="2180" dirty="0">
              <a:solidFill>
                <a:prstClr val="black"/>
              </a:solidFill>
              <a:latin typeface="Microsoft Sans Serif" panose="020B0604020202020204"/>
              <a:cs typeface="Microsoft Sans Serif" panose="020B0604020202020204"/>
            </a:endParaRPr>
          </a:p>
          <a:p>
            <a:pPr marL="115771" marR="10067" indent="-76761" defTabSz="1812066">
              <a:lnSpc>
                <a:spcPct val="125000"/>
              </a:lnSpc>
            </a:pPr>
            <a:r>
              <a:rPr sz="2180" spc="-20" dirty="0">
                <a:solidFill>
                  <a:srgbClr val="6D6E71"/>
                </a:solidFill>
                <a:latin typeface="Microsoft Sans Serif" panose="020B0604020202020204"/>
                <a:cs typeface="Microsoft Sans Serif" panose="020B0604020202020204"/>
              </a:rPr>
              <a:t>PO</a:t>
            </a:r>
            <a:r>
              <a:rPr sz="2180" spc="20" dirty="0">
                <a:solidFill>
                  <a:srgbClr val="6D6E71"/>
                </a:solidFill>
                <a:latin typeface="Microsoft Sans Serif" panose="020B0604020202020204"/>
                <a:cs typeface="Microsoft Sans Serif" panose="020B0604020202020204"/>
              </a:rPr>
              <a:t> </a:t>
            </a:r>
            <a:r>
              <a:rPr sz="2180" spc="-10" dirty="0">
                <a:solidFill>
                  <a:srgbClr val="6D6E71"/>
                </a:solidFill>
                <a:latin typeface="Microsoft Sans Serif" panose="020B0604020202020204"/>
                <a:cs typeface="Microsoft Sans Serif" panose="020B0604020202020204"/>
              </a:rPr>
              <a:t>k</a:t>
            </a:r>
            <a:r>
              <a:rPr sz="2180" spc="495" dirty="0">
                <a:solidFill>
                  <a:srgbClr val="6D6E71"/>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Project</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management</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finance</a:t>
            </a:r>
            <a:endParaRPr lang="en-GB" sz="2180" spc="-20" dirty="0">
              <a:solidFill>
                <a:prstClr val="black"/>
              </a:solidFill>
              <a:latin typeface="Microsoft Sans Serif" panose="020B0604020202020204"/>
              <a:cs typeface="Microsoft Sans Serif" panose="020B0604020202020204"/>
            </a:endParaRPr>
          </a:p>
          <a:p>
            <a:pPr marL="115771" marR="10067" indent="-76761" defTabSz="1812066">
              <a:lnSpc>
                <a:spcPct val="125000"/>
              </a:lnSpc>
            </a:pPr>
            <a:r>
              <a:rPr sz="2180" spc="-20" dirty="0">
                <a:solidFill>
                  <a:srgbClr val="6D6E71"/>
                </a:solidFill>
                <a:latin typeface="Microsoft Sans Serif" panose="020B0604020202020204"/>
                <a:cs typeface="Microsoft Sans Serif" panose="020B0604020202020204"/>
              </a:rPr>
              <a:t>PO</a:t>
            </a:r>
            <a:r>
              <a:rPr sz="2180" spc="10" dirty="0">
                <a:solidFill>
                  <a:srgbClr val="6D6E71"/>
                </a:solidFill>
                <a:latin typeface="Microsoft Sans Serif" panose="020B0604020202020204"/>
                <a:cs typeface="Microsoft Sans Serif" panose="020B0604020202020204"/>
              </a:rPr>
              <a:t> </a:t>
            </a:r>
            <a:r>
              <a:rPr sz="2180" spc="-20" dirty="0">
                <a:solidFill>
                  <a:srgbClr val="6D6E71"/>
                </a:solidFill>
                <a:latin typeface="Microsoft Sans Serif" panose="020B0604020202020204"/>
                <a:cs typeface="Microsoft Sans Serif" panose="020B0604020202020204"/>
              </a:rPr>
              <a:t>l</a:t>
            </a:r>
            <a:r>
              <a:rPr sz="2180" spc="495" dirty="0">
                <a:solidFill>
                  <a:srgbClr val="6D6E71"/>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Life-long</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learning</a:t>
            </a:r>
            <a:endParaRPr sz="2180" dirty="0">
              <a:solidFill>
                <a:prstClr val="black"/>
              </a:solidFill>
              <a:latin typeface="Microsoft Sans Serif" panose="020B0604020202020204"/>
              <a:cs typeface="Microsoft Sans Serif" panose="020B0604020202020204"/>
            </a:endParaRPr>
          </a:p>
        </p:txBody>
      </p:sp>
      <p:sp>
        <p:nvSpPr>
          <p:cNvPr id="5" name="object 5"/>
          <p:cNvSpPr txBox="1">
            <a:spLocks noGrp="1"/>
          </p:cNvSpPr>
          <p:nvPr>
            <p:ph type="dt" sz="half" idx="6"/>
          </p:nvPr>
        </p:nvSpPr>
        <p:spPr>
          <a:xfrm>
            <a:off x="2408282" y="13082829"/>
            <a:ext cx="3893600"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Swakkhar</a:t>
            </a:r>
            <a:r>
              <a:rPr spc="-59" dirty="0">
                <a:solidFill>
                  <a:prstClr val="white"/>
                </a:solidFill>
              </a:rPr>
              <a:t> </a:t>
            </a:r>
            <a:r>
              <a:rPr spc="-10" dirty="0">
                <a:solidFill>
                  <a:prstClr val="white"/>
                </a:solidFill>
              </a:rPr>
              <a:t>Shatabda</a:t>
            </a:r>
          </a:p>
        </p:txBody>
      </p:sp>
      <p:sp>
        <p:nvSpPr>
          <p:cNvPr id="6" name="object 6"/>
          <p:cNvSpPr txBox="1"/>
          <p:nvPr/>
        </p:nvSpPr>
        <p:spPr>
          <a:xfrm>
            <a:off x="5288559" y="6601983"/>
            <a:ext cx="937470" cy="199518"/>
          </a:xfrm>
          <a:prstGeom prst="rect">
            <a:avLst/>
          </a:prstGeom>
        </p:spPr>
        <p:txBody>
          <a:bodyPr vert="horz" wrap="square" lIns="0" tIns="16359" rIns="0" bIns="0" rtlCol="0">
            <a:spAutoFit/>
          </a:bodyPr>
          <a:lstStyle/>
          <a:p>
            <a:pPr marL="25168" defTabSz="1812066">
              <a:spcBef>
                <a:spcPts val="129"/>
              </a:spcBef>
            </a:pPr>
            <a:r>
              <a:rPr sz="1189" b="1" spc="-10" dirty="0">
                <a:solidFill>
                  <a:srgbClr val="FFFFFF"/>
                </a:solidFill>
                <a:latin typeface="Arial" panose="020B0604020202020204"/>
                <a:cs typeface="Arial" panose="020B0604020202020204"/>
                <a:hlinkClick r:id="rId2" action="ppaction://hlinksldjump"/>
              </a:rPr>
              <a:t>Assessment</a:t>
            </a:r>
            <a:endParaRPr sz="1189">
              <a:solidFill>
                <a:prstClr val="black"/>
              </a:solidFill>
              <a:latin typeface="Arial" panose="020B0604020202020204"/>
              <a:cs typeface="Arial" panose="020B0604020202020204"/>
            </a:endParaRPr>
          </a:p>
        </p:txBody>
      </p:sp>
      <p:sp>
        <p:nvSpPr>
          <p:cNvPr id="7" name="object 7"/>
          <p:cNvSpPr txBox="1">
            <a:spLocks noGrp="1"/>
          </p:cNvSpPr>
          <p:nvPr>
            <p:ph type="ftr" sz="quarter" idx="5"/>
          </p:nvPr>
        </p:nvSpPr>
        <p:spPr>
          <a:xfrm>
            <a:off x="20650673" y="13082827"/>
            <a:ext cx="3773793"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7th</a:t>
            </a:r>
            <a:r>
              <a:rPr spc="-59" dirty="0">
                <a:solidFill>
                  <a:prstClr val="white"/>
                </a:solidFill>
              </a:rPr>
              <a:t> </a:t>
            </a:r>
            <a:r>
              <a:rPr spc="-10" dirty="0">
                <a:solidFill>
                  <a:prstClr val="white"/>
                </a:solidFill>
              </a:rPr>
              <a:t>November</a:t>
            </a:r>
            <a:r>
              <a:rPr spc="-50" dirty="0">
                <a:solidFill>
                  <a:prstClr val="white"/>
                </a:solidFill>
              </a:rPr>
              <a:t> </a:t>
            </a:r>
            <a:r>
              <a:rPr spc="-10" dirty="0">
                <a:solidFill>
                  <a:prstClr val="white"/>
                </a:solidFill>
              </a:rPr>
              <a:t>2021</a:t>
            </a:r>
          </a:p>
        </p:txBody>
      </p:sp>
      <p:sp>
        <p:nvSpPr>
          <p:cNvPr id="8" name="object 8"/>
          <p:cNvSpPr txBox="1">
            <a:spLocks noGrp="1"/>
          </p:cNvSpPr>
          <p:nvPr>
            <p:ph type="sldNum" sz="quarter" idx="7"/>
          </p:nvPr>
        </p:nvSpPr>
        <p:spPr>
          <a:xfrm>
            <a:off x="25063817" y="13082829"/>
            <a:ext cx="1683898" cy="199518"/>
          </a:xfrm>
          <a:prstGeom prst="rect">
            <a:avLst/>
          </a:prstGeom>
        </p:spPr>
        <p:txBody>
          <a:bodyPr vert="horz" wrap="square" lIns="0" tIns="16359" rIns="0" bIns="0" rtlCol="0">
            <a:spAutoFit/>
          </a:bodyPr>
          <a:lstStyle/>
          <a:p>
            <a:pPr marL="75503" defTabSz="1812066">
              <a:spcBef>
                <a:spcPts val="129"/>
              </a:spcBef>
            </a:pPr>
            <a:r>
              <a:rPr spc="-10" dirty="0">
                <a:solidFill>
                  <a:prstClr val="white"/>
                </a:solidFill>
              </a:rPr>
              <a:t>2</a:t>
            </a:r>
            <a:r>
              <a:rPr spc="-59" dirty="0">
                <a:solidFill>
                  <a:prstClr val="white"/>
                </a:solidFill>
              </a:rPr>
              <a:t> </a:t>
            </a:r>
            <a:r>
              <a:rPr spc="-10" dirty="0">
                <a:solidFill>
                  <a:prstClr val="white"/>
                </a:solidFill>
              </a:rPr>
              <a:t>/</a:t>
            </a:r>
            <a:r>
              <a:rPr spc="-59" dirty="0">
                <a:solidFill>
                  <a:prstClr val="white"/>
                </a:solidFill>
              </a:rPr>
              <a:t> </a:t>
            </a:r>
            <a:r>
              <a:rPr spc="-10" dirty="0">
                <a:solidFill>
                  <a:prstClr val="white"/>
                </a:solidFill>
              </a:rPr>
              <a:t>15</a:t>
            </a: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8195" y="277466"/>
            <a:ext cx="9131836" cy="580659"/>
          </a:xfrm>
          <a:prstGeom prst="rect">
            <a:avLst/>
          </a:prstGeom>
          <a:solidFill>
            <a:srgbClr val="F2F2F2"/>
          </a:solidFill>
        </p:spPr>
        <p:txBody>
          <a:bodyPr vert="horz" wrap="square" lIns="0" tIns="152260" rIns="0" bIns="0" rtlCol="0">
            <a:spAutoFit/>
          </a:bodyPr>
          <a:lstStyle/>
          <a:p>
            <a:pPr marL="213925">
              <a:spcBef>
                <a:spcPts val="1199"/>
              </a:spcBef>
            </a:pPr>
            <a:r>
              <a:rPr sz="2774" spc="218" dirty="0">
                <a:solidFill>
                  <a:schemeClr val="accent1"/>
                </a:solidFill>
                <a:latin typeface="Trebuchet MS"/>
                <a:cs typeface="Trebuchet MS"/>
              </a:rPr>
              <a:t>BAETE</a:t>
            </a:r>
            <a:r>
              <a:rPr sz="2774" spc="50" dirty="0">
                <a:solidFill>
                  <a:schemeClr val="accent1"/>
                </a:solidFill>
                <a:latin typeface="Trebuchet MS"/>
                <a:cs typeface="Trebuchet MS"/>
              </a:rPr>
              <a:t> </a:t>
            </a:r>
            <a:r>
              <a:rPr sz="2774" spc="-59" dirty="0">
                <a:solidFill>
                  <a:schemeClr val="accent1"/>
                </a:solidFill>
                <a:latin typeface="Trebuchet MS"/>
                <a:cs typeface="Trebuchet MS"/>
              </a:rPr>
              <a:t>Program</a:t>
            </a:r>
            <a:r>
              <a:rPr sz="2774" spc="59" dirty="0">
                <a:solidFill>
                  <a:schemeClr val="accent1"/>
                </a:solidFill>
                <a:latin typeface="Trebuchet MS"/>
                <a:cs typeface="Trebuchet MS"/>
              </a:rPr>
              <a:t> </a:t>
            </a:r>
            <a:r>
              <a:rPr sz="2774" spc="-89" dirty="0">
                <a:solidFill>
                  <a:schemeClr val="accent1"/>
                </a:solidFill>
                <a:latin typeface="Trebuchet MS"/>
                <a:cs typeface="Trebuchet MS"/>
              </a:rPr>
              <a:t>Outcomes</a:t>
            </a:r>
            <a:endParaRPr sz="2774" dirty="0">
              <a:solidFill>
                <a:schemeClr val="accent1"/>
              </a:solidFill>
              <a:latin typeface="Trebuchet MS"/>
              <a:cs typeface="Trebuchet MS"/>
            </a:endParaRPr>
          </a:p>
        </p:txBody>
      </p:sp>
      <p:pic>
        <p:nvPicPr>
          <p:cNvPr id="3" name="object 3"/>
          <p:cNvPicPr/>
          <p:nvPr/>
        </p:nvPicPr>
        <p:blipFill>
          <a:blip r:embed="rId2" cstate="print"/>
          <a:stretch>
            <a:fillRect/>
          </a:stretch>
        </p:blipFill>
        <p:spPr>
          <a:xfrm>
            <a:off x="1887854" y="1324255"/>
            <a:ext cx="226332" cy="226332"/>
          </a:xfrm>
          <a:prstGeom prst="rect">
            <a:avLst/>
          </a:prstGeom>
        </p:spPr>
      </p:pic>
      <p:sp>
        <p:nvSpPr>
          <p:cNvPr id="4" name="object 4"/>
          <p:cNvSpPr txBox="1"/>
          <p:nvPr/>
        </p:nvSpPr>
        <p:spPr>
          <a:xfrm>
            <a:off x="1937460" y="1282695"/>
            <a:ext cx="127093" cy="207141"/>
          </a:xfrm>
          <a:prstGeom prst="rect">
            <a:avLst/>
          </a:prstGeom>
        </p:spPr>
        <p:txBody>
          <a:bodyPr vert="horz" wrap="square" lIns="0" tIns="23909" rIns="0" bIns="0" rtlCol="0">
            <a:spAutoFit/>
          </a:bodyPr>
          <a:lstStyle/>
          <a:p>
            <a:pPr marL="25168">
              <a:spcBef>
                <a:spcPts val="188"/>
              </a:spcBef>
            </a:pPr>
            <a:r>
              <a:rPr sz="1189" spc="-59" dirty="0">
                <a:solidFill>
                  <a:srgbClr val="FFFFFF"/>
                </a:solidFill>
                <a:latin typeface="Microsoft Sans Serif"/>
                <a:cs typeface="Microsoft Sans Serif"/>
              </a:rPr>
              <a:t>a</a:t>
            </a:r>
            <a:endParaRPr sz="1189" dirty="0">
              <a:latin typeface="Microsoft Sans Serif"/>
              <a:cs typeface="Microsoft Sans Serif"/>
            </a:endParaRPr>
          </a:p>
        </p:txBody>
      </p:sp>
      <p:sp>
        <p:nvSpPr>
          <p:cNvPr id="5" name="object 5"/>
          <p:cNvSpPr txBox="1"/>
          <p:nvPr/>
        </p:nvSpPr>
        <p:spPr>
          <a:xfrm>
            <a:off x="2326665" y="1216995"/>
            <a:ext cx="7902429" cy="5399041"/>
          </a:xfrm>
          <a:prstGeom prst="rect">
            <a:avLst/>
          </a:prstGeom>
        </p:spPr>
        <p:txBody>
          <a:bodyPr vert="horz" wrap="square" lIns="0" tIns="13842" rIns="0" bIns="0" rtlCol="0">
            <a:spAutoFit/>
          </a:bodyPr>
          <a:lstStyle/>
          <a:p>
            <a:pPr marL="25168" marR="25168">
              <a:lnSpc>
                <a:spcPct val="102600"/>
              </a:lnSpc>
              <a:spcBef>
                <a:spcPts val="109"/>
              </a:spcBef>
            </a:pPr>
            <a:r>
              <a:rPr sz="2180" spc="-30" dirty="0">
                <a:latin typeface="Tahoma"/>
                <a:cs typeface="Tahoma"/>
              </a:rPr>
              <a:t>Apply</a:t>
            </a:r>
            <a:r>
              <a:rPr sz="2180" spc="69" dirty="0">
                <a:latin typeface="Tahoma"/>
                <a:cs typeface="Tahoma"/>
              </a:rPr>
              <a:t> </a:t>
            </a:r>
            <a:r>
              <a:rPr sz="2180" b="1" spc="-119" dirty="0">
                <a:latin typeface="Arial"/>
                <a:cs typeface="Arial"/>
              </a:rPr>
              <a:t>knowledge</a:t>
            </a:r>
            <a:r>
              <a:rPr sz="2180" b="1" spc="119" dirty="0">
                <a:latin typeface="Arial"/>
                <a:cs typeface="Arial"/>
              </a:rPr>
              <a:t> </a:t>
            </a:r>
            <a:r>
              <a:rPr sz="2180" spc="-69" dirty="0">
                <a:latin typeface="Tahoma"/>
                <a:cs typeface="Tahoma"/>
              </a:rPr>
              <a:t>of</a:t>
            </a:r>
            <a:r>
              <a:rPr sz="2180" spc="40" dirty="0">
                <a:latin typeface="Tahoma"/>
                <a:cs typeface="Tahoma"/>
              </a:rPr>
              <a:t> </a:t>
            </a:r>
            <a:r>
              <a:rPr sz="2180" spc="-79" dirty="0">
                <a:latin typeface="Tahoma"/>
                <a:cs typeface="Tahoma"/>
              </a:rPr>
              <a:t>mathematics,</a:t>
            </a:r>
            <a:r>
              <a:rPr sz="2180" spc="50" dirty="0">
                <a:latin typeface="Tahoma"/>
                <a:cs typeface="Tahoma"/>
              </a:rPr>
              <a:t> </a:t>
            </a:r>
            <a:r>
              <a:rPr sz="2180" spc="-59" dirty="0">
                <a:latin typeface="Tahoma"/>
                <a:cs typeface="Tahoma"/>
              </a:rPr>
              <a:t>natural</a:t>
            </a:r>
            <a:r>
              <a:rPr sz="2180" spc="50" dirty="0">
                <a:latin typeface="Tahoma"/>
                <a:cs typeface="Tahoma"/>
              </a:rPr>
              <a:t> </a:t>
            </a:r>
            <a:r>
              <a:rPr sz="2180" spc="-99" dirty="0">
                <a:latin typeface="Tahoma"/>
                <a:cs typeface="Tahoma"/>
              </a:rPr>
              <a:t>science,</a:t>
            </a:r>
            <a:r>
              <a:rPr sz="2180" spc="40" dirty="0">
                <a:latin typeface="Tahoma"/>
                <a:cs typeface="Tahoma"/>
              </a:rPr>
              <a:t> </a:t>
            </a:r>
            <a:r>
              <a:rPr sz="2180" spc="-109" dirty="0">
                <a:latin typeface="Tahoma"/>
                <a:cs typeface="Tahoma"/>
              </a:rPr>
              <a:t>engineering </a:t>
            </a:r>
            <a:r>
              <a:rPr sz="2180" spc="-99" dirty="0">
                <a:latin typeface="Tahoma"/>
                <a:cs typeface="Tahoma"/>
              </a:rPr>
              <a:t> </a:t>
            </a:r>
            <a:r>
              <a:rPr sz="2180" spc="-89" dirty="0">
                <a:latin typeface="Tahoma"/>
                <a:cs typeface="Tahoma"/>
              </a:rPr>
              <a:t>fundamentals</a:t>
            </a:r>
            <a:r>
              <a:rPr sz="2180" spc="40" dirty="0">
                <a:latin typeface="Tahoma"/>
                <a:cs typeface="Tahoma"/>
              </a:rPr>
              <a:t> </a:t>
            </a:r>
            <a:r>
              <a:rPr sz="2180" spc="-99" dirty="0">
                <a:latin typeface="Tahoma"/>
                <a:cs typeface="Tahoma"/>
              </a:rPr>
              <a:t>and</a:t>
            </a:r>
            <a:r>
              <a:rPr sz="2180" spc="50" dirty="0">
                <a:latin typeface="Tahoma"/>
                <a:cs typeface="Tahoma"/>
              </a:rPr>
              <a:t> </a:t>
            </a:r>
            <a:r>
              <a:rPr sz="2180" spc="-109" dirty="0">
                <a:latin typeface="Tahoma"/>
                <a:cs typeface="Tahoma"/>
              </a:rPr>
              <a:t>an</a:t>
            </a:r>
            <a:r>
              <a:rPr sz="2180" spc="50" dirty="0">
                <a:latin typeface="Tahoma"/>
                <a:cs typeface="Tahoma"/>
              </a:rPr>
              <a:t> </a:t>
            </a:r>
            <a:r>
              <a:rPr sz="2180" spc="-109" dirty="0">
                <a:latin typeface="Tahoma"/>
                <a:cs typeface="Tahoma"/>
              </a:rPr>
              <a:t>engineering</a:t>
            </a:r>
            <a:r>
              <a:rPr sz="2180" spc="50" dirty="0">
                <a:latin typeface="Tahoma"/>
                <a:cs typeface="Tahoma"/>
              </a:rPr>
              <a:t> </a:t>
            </a:r>
            <a:r>
              <a:rPr sz="2180" spc="-59" dirty="0">
                <a:latin typeface="Tahoma"/>
                <a:cs typeface="Tahoma"/>
              </a:rPr>
              <a:t>specialization</a:t>
            </a:r>
            <a:r>
              <a:rPr sz="2180" spc="50" dirty="0">
                <a:latin typeface="Tahoma"/>
                <a:cs typeface="Tahoma"/>
              </a:rPr>
              <a:t> </a:t>
            </a:r>
            <a:r>
              <a:rPr sz="2180" spc="-129" dirty="0">
                <a:latin typeface="Tahoma"/>
                <a:cs typeface="Tahoma"/>
              </a:rPr>
              <a:t>as</a:t>
            </a:r>
            <a:r>
              <a:rPr sz="2180" spc="50" dirty="0">
                <a:latin typeface="Tahoma"/>
                <a:cs typeface="Tahoma"/>
              </a:rPr>
              <a:t> </a:t>
            </a:r>
            <a:r>
              <a:rPr sz="2180" spc="-79" dirty="0">
                <a:latin typeface="Tahoma"/>
                <a:cs typeface="Tahoma"/>
              </a:rPr>
              <a:t>specified</a:t>
            </a:r>
            <a:r>
              <a:rPr sz="2180" spc="50" dirty="0">
                <a:latin typeface="Tahoma"/>
                <a:cs typeface="Tahoma"/>
              </a:rPr>
              <a:t> </a:t>
            </a:r>
            <a:r>
              <a:rPr sz="2180" spc="-50" dirty="0">
                <a:latin typeface="Tahoma"/>
                <a:cs typeface="Tahoma"/>
              </a:rPr>
              <a:t>in</a:t>
            </a:r>
            <a:r>
              <a:rPr sz="2180" spc="50" dirty="0">
                <a:latin typeface="Tahoma"/>
                <a:cs typeface="Tahoma"/>
              </a:rPr>
              <a:t> K1 </a:t>
            </a:r>
            <a:r>
              <a:rPr sz="2180" spc="-30" dirty="0">
                <a:latin typeface="Tahoma"/>
                <a:cs typeface="Tahoma"/>
              </a:rPr>
              <a:t>to </a:t>
            </a:r>
            <a:r>
              <a:rPr sz="2180" spc="-644" dirty="0">
                <a:latin typeface="Tahoma"/>
                <a:cs typeface="Tahoma"/>
              </a:rPr>
              <a:t> </a:t>
            </a:r>
            <a:r>
              <a:rPr sz="2180" spc="50" dirty="0">
                <a:latin typeface="Tahoma"/>
                <a:cs typeface="Tahoma"/>
              </a:rPr>
              <a:t>K4</a:t>
            </a:r>
            <a:r>
              <a:rPr sz="2180" spc="30" dirty="0">
                <a:latin typeface="Tahoma"/>
                <a:cs typeface="Tahoma"/>
              </a:rPr>
              <a:t> </a:t>
            </a:r>
            <a:r>
              <a:rPr sz="2180" spc="-79" dirty="0">
                <a:latin typeface="Tahoma"/>
                <a:cs typeface="Tahoma"/>
              </a:rPr>
              <a:t>respectively</a:t>
            </a:r>
            <a:r>
              <a:rPr sz="2180" spc="40" dirty="0">
                <a:latin typeface="Tahoma"/>
                <a:cs typeface="Tahoma"/>
              </a:rPr>
              <a:t> </a:t>
            </a:r>
            <a:r>
              <a:rPr sz="2180" spc="-30" dirty="0">
                <a:latin typeface="Tahoma"/>
                <a:cs typeface="Tahoma"/>
              </a:rPr>
              <a:t>to</a:t>
            </a:r>
            <a:r>
              <a:rPr sz="2180" spc="30" dirty="0">
                <a:latin typeface="Tahoma"/>
                <a:cs typeface="Tahoma"/>
              </a:rPr>
              <a:t> </a:t>
            </a:r>
            <a:r>
              <a:rPr sz="2180" spc="-79" dirty="0">
                <a:latin typeface="Tahoma"/>
                <a:cs typeface="Tahoma"/>
              </a:rPr>
              <a:t>the</a:t>
            </a:r>
            <a:r>
              <a:rPr sz="2180" spc="20" dirty="0">
                <a:latin typeface="Tahoma"/>
                <a:cs typeface="Tahoma"/>
              </a:rPr>
              <a:t> </a:t>
            </a:r>
            <a:r>
              <a:rPr sz="2180" spc="-59" dirty="0">
                <a:latin typeface="Tahoma"/>
                <a:cs typeface="Tahoma"/>
              </a:rPr>
              <a:t>solution</a:t>
            </a:r>
            <a:r>
              <a:rPr sz="2180" spc="40" dirty="0">
                <a:latin typeface="Tahoma"/>
                <a:cs typeface="Tahoma"/>
              </a:rPr>
              <a:t> </a:t>
            </a:r>
            <a:r>
              <a:rPr sz="2180" spc="-69" dirty="0">
                <a:latin typeface="Tahoma"/>
                <a:cs typeface="Tahoma"/>
              </a:rPr>
              <a:t>of</a:t>
            </a:r>
            <a:r>
              <a:rPr sz="2180" spc="30" dirty="0">
                <a:latin typeface="Tahoma"/>
                <a:cs typeface="Tahoma"/>
              </a:rPr>
              <a:t> </a:t>
            </a:r>
            <a:r>
              <a:rPr sz="2180" spc="-89" dirty="0">
                <a:solidFill>
                  <a:srgbClr val="BC1919"/>
                </a:solidFill>
                <a:latin typeface="Tahoma"/>
                <a:cs typeface="Tahoma"/>
              </a:rPr>
              <a:t>complex</a:t>
            </a:r>
            <a:r>
              <a:rPr sz="2180" spc="30" dirty="0">
                <a:solidFill>
                  <a:srgbClr val="BC1919"/>
                </a:solidFill>
                <a:latin typeface="Tahoma"/>
                <a:cs typeface="Tahoma"/>
              </a:rPr>
              <a:t> </a:t>
            </a:r>
            <a:r>
              <a:rPr sz="2180" spc="-109" dirty="0">
                <a:solidFill>
                  <a:srgbClr val="BC1919"/>
                </a:solidFill>
                <a:latin typeface="Tahoma"/>
                <a:cs typeface="Tahoma"/>
              </a:rPr>
              <a:t>engineering</a:t>
            </a:r>
            <a:r>
              <a:rPr sz="2180" spc="40" dirty="0">
                <a:solidFill>
                  <a:srgbClr val="BC1919"/>
                </a:solidFill>
                <a:latin typeface="Tahoma"/>
                <a:cs typeface="Tahoma"/>
              </a:rPr>
              <a:t> </a:t>
            </a:r>
            <a:r>
              <a:rPr sz="2180" spc="-99" dirty="0">
                <a:solidFill>
                  <a:srgbClr val="BC1919"/>
                </a:solidFill>
                <a:latin typeface="Tahoma"/>
                <a:cs typeface="Tahoma"/>
              </a:rPr>
              <a:t>problems</a:t>
            </a:r>
            <a:r>
              <a:rPr sz="2180" spc="-99" dirty="0">
                <a:latin typeface="Tahoma"/>
                <a:cs typeface="Tahoma"/>
              </a:rPr>
              <a:t>.</a:t>
            </a:r>
            <a:endParaRPr sz="2180">
              <a:latin typeface="Tahoma"/>
              <a:cs typeface="Tahoma"/>
            </a:endParaRPr>
          </a:p>
          <a:p>
            <a:pPr marL="25168" marR="10067">
              <a:lnSpc>
                <a:spcPct val="102600"/>
              </a:lnSpc>
              <a:spcBef>
                <a:spcPts val="595"/>
              </a:spcBef>
            </a:pPr>
            <a:r>
              <a:rPr sz="2180" spc="-99" dirty="0">
                <a:latin typeface="Tahoma"/>
                <a:cs typeface="Tahoma"/>
              </a:rPr>
              <a:t>Identify,</a:t>
            </a:r>
            <a:r>
              <a:rPr sz="2180" spc="30" dirty="0">
                <a:latin typeface="Tahoma"/>
                <a:cs typeface="Tahoma"/>
              </a:rPr>
              <a:t> </a:t>
            </a:r>
            <a:r>
              <a:rPr sz="2180" spc="-79" dirty="0">
                <a:latin typeface="Tahoma"/>
                <a:cs typeface="Tahoma"/>
              </a:rPr>
              <a:t>formulate,</a:t>
            </a:r>
            <a:r>
              <a:rPr sz="2180" spc="40" dirty="0">
                <a:latin typeface="Tahoma"/>
                <a:cs typeface="Tahoma"/>
              </a:rPr>
              <a:t> </a:t>
            </a:r>
            <a:r>
              <a:rPr sz="2180" spc="-119" dirty="0">
                <a:latin typeface="Tahoma"/>
                <a:cs typeface="Tahoma"/>
              </a:rPr>
              <a:t>research</a:t>
            </a:r>
            <a:r>
              <a:rPr sz="2180" spc="40" dirty="0">
                <a:latin typeface="Tahoma"/>
                <a:cs typeface="Tahoma"/>
              </a:rPr>
              <a:t> </a:t>
            </a:r>
            <a:r>
              <a:rPr sz="2180" spc="-59" dirty="0">
                <a:latin typeface="Tahoma"/>
                <a:cs typeface="Tahoma"/>
              </a:rPr>
              <a:t>literature</a:t>
            </a:r>
            <a:r>
              <a:rPr sz="2180" spc="40" dirty="0">
                <a:latin typeface="Tahoma"/>
                <a:cs typeface="Tahoma"/>
              </a:rPr>
              <a:t> </a:t>
            </a:r>
            <a:r>
              <a:rPr sz="2180" spc="-99" dirty="0">
                <a:latin typeface="Tahoma"/>
                <a:cs typeface="Tahoma"/>
              </a:rPr>
              <a:t>and</a:t>
            </a:r>
            <a:r>
              <a:rPr sz="2180" spc="20" dirty="0">
                <a:latin typeface="Tahoma"/>
                <a:cs typeface="Tahoma"/>
              </a:rPr>
              <a:t> </a:t>
            </a:r>
            <a:r>
              <a:rPr sz="2180" b="1" spc="-129" dirty="0">
                <a:latin typeface="Arial"/>
                <a:cs typeface="Arial"/>
              </a:rPr>
              <a:t>analyse</a:t>
            </a:r>
            <a:r>
              <a:rPr sz="2180" b="1" spc="109" dirty="0">
                <a:latin typeface="Arial"/>
                <a:cs typeface="Arial"/>
              </a:rPr>
              <a:t> </a:t>
            </a:r>
            <a:r>
              <a:rPr sz="2180" spc="-89" dirty="0">
                <a:solidFill>
                  <a:srgbClr val="BC1919"/>
                </a:solidFill>
                <a:latin typeface="Tahoma"/>
                <a:cs typeface="Tahoma"/>
              </a:rPr>
              <a:t>complex </a:t>
            </a:r>
            <a:r>
              <a:rPr sz="2180" spc="-79" dirty="0">
                <a:solidFill>
                  <a:srgbClr val="BC1919"/>
                </a:solidFill>
                <a:latin typeface="Tahoma"/>
                <a:cs typeface="Tahoma"/>
              </a:rPr>
              <a:t> </a:t>
            </a:r>
            <a:r>
              <a:rPr sz="2180" spc="-109" dirty="0">
                <a:solidFill>
                  <a:srgbClr val="BC1919"/>
                </a:solidFill>
                <a:latin typeface="Tahoma"/>
                <a:cs typeface="Tahoma"/>
              </a:rPr>
              <a:t>engineering</a:t>
            </a:r>
            <a:r>
              <a:rPr sz="2180" spc="50" dirty="0">
                <a:solidFill>
                  <a:srgbClr val="BC1919"/>
                </a:solidFill>
                <a:latin typeface="Tahoma"/>
                <a:cs typeface="Tahoma"/>
              </a:rPr>
              <a:t> </a:t>
            </a:r>
            <a:r>
              <a:rPr sz="2180" spc="-109" dirty="0">
                <a:solidFill>
                  <a:srgbClr val="BC1919"/>
                </a:solidFill>
                <a:latin typeface="Tahoma"/>
                <a:cs typeface="Tahoma"/>
              </a:rPr>
              <a:t>problems</a:t>
            </a:r>
            <a:r>
              <a:rPr sz="2180" spc="50" dirty="0">
                <a:solidFill>
                  <a:srgbClr val="BC1919"/>
                </a:solidFill>
                <a:latin typeface="Tahoma"/>
                <a:cs typeface="Tahoma"/>
              </a:rPr>
              <a:t> </a:t>
            </a:r>
            <a:r>
              <a:rPr sz="2180" spc="-89" dirty="0">
                <a:latin typeface="Tahoma"/>
                <a:cs typeface="Tahoma"/>
              </a:rPr>
              <a:t>reaching</a:t>
            </a:r>
            <a:r>
              <a:rPr sz="2180" spc="59" dirty="0">
                <a:latin typeface="Tahoma"/>
                <a:cs typeface="Tahoma"/>
              </a:rPr>
              <a:t> </a:t>
            </a:r>
            <a:r>
              <a:rPr sz="2180" spc="-69" dirty="0">
                <a:latin typeface="Tahoma"/>
                <a:cs typeface="Tahoma"/>
              </a:rPr>
              <a:t>substantiated</a:t>
            </a:r>
            <a:r>
              <a:rPr sz="2180" spc="40" dirty="0">
                <a:latin typeface="Tahoma"/>
                <a:cs typeface="Tahoma"/>
              </a:rPr>
              <a:t> </a:t>
            </a:r>
            <a:r>
              <a:rPr sz="2180" spc="-89" dirty="0">
                <a:latin typeface="Tahoma"/>
                <a:cs typeface="Tahoma"/>
              </a:rPr>
              <a:t>conclusions</a:t>
            </a:r>
            <a:r>
              <a:rPr sz="2180" spc="50" dirty="0">
                <a:latin typeface="Tahoma"/>
                <a:cs typeface="Tahoma"/>
              </a:rPr>
              <a:t> </a:t>
            </a:r>
            <a:r>
              <a:rPr sz="2180" spc="-99" dirty="0">
                <a:latin typeface="Tahoma"/>
                <a:cs typeface="Tahoma"/>
              </a:rPr>
              <a:t>using</a:t>
            </a:r>
            <a:r>
              <a:rPr sz="2180" spc="59" dirty="0">
                <a:latin typeface="Tahoma"/>
                <a:cs typeface="Tahoma"/>
              </a:rPr>
              <a:t> </a:t>
            </a:r>
            <a:r>
              <a:rPr sz="2180" spc="-40" dirty="0">
                <a:latin typeface="Tahoma"/>
                <a:cs typeface="Tahoma"/>
              </a:rPr>
              <a:t>first </a:t>
            </a:r>
            <a:r>
              <a:rPr sz="2180" spc="-30" dirty="0">
                <a:latin typeface="Tahoma"/>
                <a:cs typeface="Tahoma"/>
              </a:rPr>
              <a:t> </a:t>
            </a:r>
            <a:r>
              <a:rPr sz="2180" spc="-79" dirty="0">
                <a:latin typeface="Tahoma"/>
                <a:cs typeface="Tahoma"/>
              </a:rPr>
              <a:t>principles</a:t>
            </a:r>
            <a:r>
              <a:rPr sz="2180" spc="59" dirty="0">
                <a:latin typeface="Tahoma"/>
                <a:cs typeface="Tahoma"/>
              </a:rPr>
              <a:t> </a:t>
            </a:r>
            <a:r>
              <a:rPr sz="2180" spc="-69" dirty="0">
                <a:latin typeface="Tahoma"/>
                <a:cs typeface="Tahoma"/>
              </a:rPr>
              <a:t>of</a:t>
            </a:r>
            <a:r>
              <a:rPr sz="2180" spc="50" dirty="0">
                <a:latin typeface="Tahoma"/>
                <a:cs typeface="Tahoma"/>
              </a:rPr>
              <a:t> </a:t>
            </a:r>
            <a:r>
              <a:rPr sz="2180" spc="-79" dirty="0">
                <a:latin typeface="Tahoma"/>
                <a:cs typeface="Tahoma"/>
              </a:rPr>
              <a:t>mathematics,</a:t>
            </a:r>
            <a:r>
              <a:rPr sz="2180" spc="69" dirty="0">
                <a:latin typeface="Tahoma"/>
                <a:cs typeface="Tahoma"/>
              </a:rPr>
              <a:t> </a:t>
            </a:r>
            <a:r>
              <a:rPr sz="2180" spc="-59" dirty="0">
                <a:latin typeface="Tahoma"/>
                <a:cs typeface="Tahoma"/>
              </a:rPr>
              <a:t>natural</a:t>
            </a:r>
            <a:r>
              <a:rPr sz="2180" spc="59" dirty="0">
                <a:latin typeface="Tahoma"/>
                <a:cs typeface="Tahoma"/>
              </a:rPr>
              <a:t> </a:t>
            </a:r>
            <a:r>
              <a:rPr sz="2180" spc="-109" dirty="0">
                <a:latin typeface="Tahoma"/>
                <a:cs typeface="Tahoma"/>
              </a:rPr>
              <a:t>sciences</a:t>
            </a:r>
            <a:r>
              <a:rPr sz="2180" spc="59" dirty="0">
                <a:latin typeface="Tahoma"/>
                <a:cs typeface="Tahoma"/>
              </a:rPr>
              <a:t> </a:t>
            </a:r>
            <a:r>
              <a:rPr sz="2180" spc="-99" dirty="0">
                <a:latin typeface="Tahoma"/>
                <a:cs typeface="Tahoma"/>
              </a:rPr>
              <a:t>and</a:t>
            </a:r>
            <a:r>
              <a:rPr sz="2180" spc="69" dirty="0">
                <a:latin typeface="Tahoma"/>
                <a:cs typeface="Tahoma"/>
              </a:rPr>
              <a:t> </a:t>
            </a:r>
            <a:r>
              <a:rPr sz="2180" spc="-109" dirty="0">
                <a:latin typeface="Tahoma"/>
                <a:cs typeface="Tahoma"/>
              </a:rPr>
              <a:t>engineering</a:t>
            </a:r>
            <a:r>
              <a:rPr sz="2180" spc="59" dirty="0">
                <a:latin typeface="Tahoma"/>
                <a:cs typeface="Tahoma"/>
              </a:rPr>
              <a:t> </a:t>
            </a:r>
            <a:r>
              <a:rPr sz="2180" spc="-109" dirty="0">
                <a:latin typeface="Tahoma"/>
                <a:cs typeface="Tahoma"/>
              </a:rPr>
              <a:t>sciences. </a:t>
            </a:r>
            <a:r>
              <a:rPr sz="2180" spc="-654" dirty="0">
                <a:latin typeface="Tahoma"/>
                <a:cs typeface="Tahoma"/>
              </a:rPr>
              <a:t> </a:t>
            </a:r>
            <a:r>
              <a:rPr sz="2180" spc="30" dirty="0">
                <a:latin typeface="Tahoma"/>
                <a:cs typeface="Tahoma"/>
              </a:rPr>
              <a:t>(K1 </a:t>
            </a:r>
            <a:r>
              <a:rPr sz="2180" spc="-30" dirty="0">
                <a:latin typeface="Tahoma"/>
                <a:cs typeface="Tahoma"/>
              </a:rPr>
              <a:t>to</a:t>
            </a:r>
            <a:r>
              <a:rPr sz="2180" spc="40" dirty="0">
                <a:latin typeface="Tahoma"/>
                <a:cs typeface="Tahoma"/>
              </a:rPr>
              <a:t> </a:t>
            </a:r>
            <a:r>
              <a:rPr sz="2180" spc="30" dirty="0">
                <a:latin typeface="Tahoma"/>
                <a:cs typeface="Tahoma"/>
              </a:rPr>
              <a:t>K4)</a:t>
            </a:r>
            <a:endParaRPr sz="2180">
              <a:latin typeface="Tahoma"/>
              <a:cs typeface="Tahoma"/>
            </a:endParaRPr>
          </a:p>
          <a:p>
            <a:pPr marL="25168" marR="382547">
              <a:lnSpc>
                <a:spcPct val="102600"/>
              </a:lnSpc>
              <a:spcBef>
                <a:spcPts val="595"/>
              </a:spcBef>
            </a:pPr>
            <a:r>
              <a:rPr sz="2180" b="1" spc="-99" dirty="0">
                <a:latin typeface="Arial"/>
                <a:cs typeface="Arial"/>
              </a:rPr>
              <a:t>Design</a:t>
            </a:r>
            <a:r>
              <a:rPr sz="2180" b="1" spc="109" dirty="0">
                <a:latin typeface="Arial"/>
                <a:cs typeface="Arial"/>
              </a:rPr>
              <a:t> </a:t>
            </a:r>
            <a:r>
              <a:rPr sz="2180" spc="-69" dirty="0">
                <a:latin typeface="Tahoma"/>
                <a:cs typeface="Tahoma"/>
              </a:rPr>
              <a:t>solutions</a:t>
            </a:r>
            <a:r>
              <a:rPr sz="2180" spc="30" dirty="0">
                <a:latin typeface="Tahoma"/>
                <a:cs typeface="Tahoma"/>
              </a:rPr>
              <a:t> </a:t>
            </a:r>
            <a:r>
              <a:rPr sz="2180" spc="-89" dirty="0">
                <a:latin typeface="Tahoma"/>
                <a:cs typeface="Tahoma"/>
              </a:rPr>
              <a:t>for</a:t>
            </a:r>
            <a:r>
              <a:rPr sz="2180" spc="40" dirty="0">
                <a:latin typeface="Tahoma"/>
                <a:cs typeface="Tahoma"/>
              </a:rPr>
              <a:t> </a:t>
            </a:r>
            <a:r>
              <a:rPr sz="2180" spc="-89" dirty="0">
                <a:solidFill>
                  <a:srgbClr val="BC1919"/>
                </a:solidFill>
                <a:latin typeface="Tahoma"/>
                <a:cs typeface="Tahoma"/>
              </a:rPr>
              <a:t>complex</a:t>
            </a:r>
            <a:r>
              <a:rPr sz="2180" spc="40" dirty="0">
                <a:solidFill>
                  <a:srgbClr val="BC1919"/>
                </a:solidFill>
                <a:latin typeface="Tahoma"/>
                <a:cs typeface="Tahoma"/>
              </a:rPr>
              <a:t> </a:t>
            </a:r>
            <a:r>
              <a:rPr sz="2180" spc="-109" dirty="0">
                <a:solidFill>
                  <a:srgbClr val="BC1919"/>
                </a:solidFill>
                <a:latin typeface="Tahoma"/>
                <a:cs typeface="Tahoma"/>
              </a:rPr>
              <a:t>engineering</a:t>
            </a:r>
            <a:r>
              <a:rPr sz="2180" spc="40" dirty="0">
                <a:solidFill>
                  <a:srgbClr val="BC1919"/>
                </a:solidFill>
                <a:latin typeface="Tahoma"/>
                <a:cs typeface="Tahoma"/>
              </a:rPr>
              <a:t> </a:t>
            </a:r>
            <a:r>
              <a:rPr sz="2180" spc="-109" dirty="0">
                <a:solidFill>
                  <a:srgbClr val="BC1919"/>
                </a:solidFill>
                <a:latin typeface="Tahoma"/>
                <a:cs typeface="Tahoma"/>
              </a:rPr>
              <a:t>problems</a:t>
            </a:r>
            <a:r>
              <a:rPr sz="2180" spc="50" dirty="0">
                <a:solidFill>
                  <a:srgbClr val="BC1919"/>
                </a:solidFill>
                <a:latin typeface="Tahoma"/>
                <a:cs typeface="Tahoma"/>
              </a:rPr>
              <a:t> </a:t>
            </a:r>
            <a:r>
              <a:rPr sz="2180" spc="-99" dirty="0">
                <a:latin typeface="Tahoma"/>
                <a:cs typeface="Tahoma"/>
              </a:rPr>
              <a:t>and</a:t>
            </a:r>
            <a:r>
              <a:rPr sz="2180" spc="40" dirty="0">
                <a:latin typeface="Tahoma"/>
                <a:cs typeface="Tahoma"/>
              </a:rPr>
              <a:t> </a:t>
            </a:r>
            <a:r>
              <a:rPr sz="2180" spc="-109" dirty="0">
                <a:latin typeface="Tahoma"/>
                <a:cs typeface="Tahoma"/>
              </a:rPr>
              <a:t>design </a:t>
            </a:r>
            <a:r>
              <a:rPr sz="2180" spc="-99" dirty="0">
                <a:latin typeface="Tahoma"/>
                <a:cs typeface="Tahoma"/>
              </a:rPr>
              <a:t> </a:t>
            </a:r>
            <a:r>
              <a:rPr sz="2180" spc="-109" dirty="0">
                <a:latin typeface="Tahoma"/>
                <a:cs typeface="Tahoma"/>
              </a:rPr>
              <a:t>systems,</a:t>
            </a:r>
            <a:r>
              <a:rPr sz="2180" spc="40" dirty="0">
                <a:latin typeface="Tahoma"/>
                <a:cs typeface="Tahoma"/>
              </a:rPr>
              <a:t> </a:t>
            </a:r>
            <a:r>
              <a:rPr sz="2180" spc="-89" dirty="0">
                <a:latin typeface="Tahoma"/>
                <a:cs typeface="Tahoma"/>
              </a:rPr>
              <a:t>components</a:t>
            </a:r>
            <a:r>
              <a:rPr sz="2180" spc="40" dirty="0">
                <a:latin typeface="Tahoma"/>
                <a:cs typeface="Tahoma"/>
              </a:rPr>
              <a:t> </a:t>
            </a:r>
            <a:r>
              <a:rPr sz="2180" spc="-119" dirty="0">
                <a:latin typeface="Tahoma"/>
                <a:cs typeface="Tahoma"/>
              </a:rPr>
              <a:t>or</a:t>
            </a:r>
            <a:r>
              <a:rPr sz="2180" spc="50" dirty="0">
                <a:latin typeface="Tahoma"/>
                <a:cs typeface="Tahoma"/>
              </a:rPr>
              <a:t> </a:t>
            </a:r>
            <a:r>
              <a:rPr sz="2180" spc="-129" dirty="0">
                <a:latin typeface="Tahoma"/>
                <a:cs typeface="Tahoma"/>
              </a:rPr>
              <a:t>processes</a:t>
            </a:r>
            <a:r>
              <a:rPr sz="2180" spc="40" dirty="0">
                <a:latin typeface="Tahoma"/>
                <a:cs typeface="Tahoma"/>
              </a:rPr>
              <a:t> </a:t>
            </a:r>
            <a:r>
              <a:rPr sz="2180" spc="-30" dirty="0">
                <a:latin typeface="Tahoma"/>
                <a:cs typeface="Tahoma"/>
              </a:rPr>
              <a:t>that</a:t>
            </a:r>
            <a:r>
              <a:rPr sz="2180" spc="40" dirty="0">
                <a:latin typeface="Tahoma"/>
                <a:cs typeface="Tahoma"/>
              </a:rPr>
              <a:t> </a:t>
            </a:r>
            <a:r>
              <a:rPr sz="2180" spc="-119" dirty="0">
                <a:latin typeface="Tahoma"/>
                <a:cs typeface="Tahoma"/>
              </a:rPr>
              <a:t>meet</a:t>
            </a:r>
            <a:r>
              <a:rPr sz="2180" spc="40" dirty="0">
                <a:latin typeface="Tahoma"/>
                <a:cs typeface="Tahoma"/>
              </a:rPr>
              <a:t> </a:t>
            </a:r>
            <a:r>
              <a:rPr sz="2180" spc="-79" dirty="0">
                <a:latin typeface="Tahoma"/>
                <a:cs typeface="Tahoma"/>
              </a:rPr>
              <a:t>specified</a:t>
            </a:r>
            <a:r>
              <a:rPr sz="2180" spc="50" dirty="0">
                <a:latin typeface="Tahoma"/>
                <a:cs typeface="Tahoma"/>
              </a:rPr>
              <a:t> </a:t>
            </a:r>
            <a:r>
              <a:rPr sz="2180" spc="-149" dirty="0">
                <a:latin typeface="Tahoma"/>
                <a:cs typeface="Tahoma"/>
              </a:rPr>
              <a:t>needs</a:t>
            </a:r>
            <a:r>
              <a:rPr sz="2180" spc="40" dirty="0">
                <a:latin typeface="Tahoma"/>
                <a:cs typeface="Tahoma"/>
              </a:rPr>
              <a:t> </a:t>
            </a:r>
            <a:r>
              <a:rPr sz="2180" spc="-50" dirty="0">
                <a:latin typeface="Tahoma"/>
                <a:cs typeface="Tahoma"/>
              </a:rPr>
              <a:t>with </a:t>
            </a:r>
            <a:r>
              <a:rPr sz="2180" spc="-654" dirty="0">
                <a:latin typeface="Tahoma"/>
                <a:cs typeface="Tahoma"/>
              </a:rPr>
              <a:t> </a:t>
            </a:r>
            <a:r>
              <a:rPr sz="2180" spc="-89" dirty="0">
                <a:latin typeface="Tahoma"/>
                <a:cs typeface="Tahoma"/>
              </a:rPr>
              <a:t>appropriate</a:t>
            </a:r>
            <a:r>
              <a:rPr sz="2180" spc="40" dirty="0">
                <a:latin typeface="Tahoma"/>
                <a:cs typeface="Tahoma"/>
              </a:rPr>
              <a:t> </a:t>
            </a:r>
            <a:r>
              <a:rPr sz="2180" spc="-79" dirty="0">
                <a:latin typeface="Tahoma"/>
                <a:cs typeface="Tahoma"/>
              </a:rPr>
              <a:t>consideration</a:t>
            </a:r>
            <a:r>
              <a:rPr sz="2180" spc="50" dirty="0">
                <a:latin typeface="Tahoma"/>
                <a:cs typeface="Tahoma"/>
              </a:rPr>
              <a:t> </a:t>
            </a:r>
            <a:r>
              <a:rPr sz="2180" spc="-89" dirty="0">
                <a:latin typeface="Tahoma"/>
                <a:cs typeface="Tahoma"/>
              </a:rPr>
              <a:t>for</a:t>
            </a:r>
            <a:r>
              <a:rPr sz="2180" spc="50" dirty="0">
                <a:latin typeface="Tahoma"/>
                <a:cs typeface="Tahoma"/>
              </a:rPr>
              <a:t> </a:t>
            </a:r>
            <a:r>
              <a:rPr sz="2180" spc="-50" dirty="0">
                <a:latin typeface="Tahoma"/>
                <a:cs typeface="Tahoma"/>
              </a:rPr>
              <a:t>public</a:t>
            </a:r>
            <a:r>
              <a:rPr sz="2180" spc="50" dirty="0">
                <a:latin typeface="Tahoma"/>
                <a:cs typeface="Tahoma"/>
              </a:rPr>
              <a:t> </a:t>
            </a:r>
            <a:r>
              <a:rPr sz="2180" spc="-79" dirty="0">
                <a:latin typeface="Tahoma"/>
                <a:cs typeface="Tahoma"/>
              </a:rPr>
              <a:t>health</a:t>
            </a:r>
            <a:r>
              <a:rPr sz="2180" spc="50" dirty="0">
                <a:latin typeface="Tahoma"/>
                <a:cs typeface="Tahoma"/>
              </a:rPr>
              <a:t> </a:t>
            </a:r>
            <a:r>
              <a:rPr sz="2180" spc="-99" dirty="0">
                <a:latin typeface="Tahoma"/>
                <a:cs typeface="Tahoma"/>
              </a:rPr>
              <a:t>and</a:t>
            </a:r>
            <a:r>
              <a:rPr sz="2180" spc="50" dirty="0">
                <a:latin typeface="Tahoma"/>
                <a:cs typeface="Tahoma"/>
              </a:rPr>
              <a:t> </a:t>
            </a:r>
            <a:r>
              <a:rPr sz="2180" spc="-119" dirty="0">
                <a:latin typeface="Tahoma"/>
                <a:cs typeface="Tahoma"/>
              </a:rPr>
              <a:t>safety,</a:t>
            </a:r>
            <a:r>
              <a:rPr sz="2180" spc="50" dirty="0">
                <a:latin typeface="Tahoma"/>
                <a:cs typeface="Tahoma"/>
              </a:rPr>
              <a:t> </a:t>
            </a:r>
            <a:r>
              <a:rPr sz="2180" spc="-50" dirty="0">
                <a:latin typeface="Tahoma"/>
                <a:cs typeface="Tahoma"/>
              </a:rPr>
              <a:t>cultural, </a:t>
            </a:r>
            <a:r>
              <a:rPr sz="2180" spc="-40" dirty="0">
                <a:latin typeface="Tahoma"/>
                <a:cs typeface="Tahoma"/>
              </a:rPr>
              <a:t> </a:t>
            </a:r>
            <a:r>
              <a:rPr sz="2180" spc="-59" dirty="0">
                <a:latin typeface="Tahoma"/>
                <a:cs typeface="Tahoma"/>
              </a:rPr>
              <a:t>societal,</a:t>
            </a:r>
            <a:r>
              <a:rPr sz="2180" spc="40" dirty="0">
                <a:latin typeface="Tahoma"/>
                <a:cs typeface="Tahoma"/>
              </a:rPr>
              <a:t> </a:t>
            </a:r>
            <a:r>
              <a:rPr sz="2180" spc="-99" dirty="0">
                <a:latin typeface="Tahoma"/>
                <a:cs typeface="Tahoma"/>
              </a:rPr>
              <a:t>and</a:t>
            </a:r>
            <a:r>
              <a:rPr sz="2180" spc="40" dirty="0">
                <a:latin typeface="Tahoma"/>
                <a:cs typeface="Tahoma"/>
              </a:rPr>
              <a:t> </a:t>
            </a:r>
            <a:r>
              <a:rPr sz="2180" spc="-89" dirty="0">
                <a:latin typeface="Tahoma"/>
                <a:cs typeface="Tahoma"/>
              </a:rPr>
              <a:t>environmental</a:t>
            </a:r>
            <a:r>
              <a:rPr sz="2180" spc="40" dirty="0">
                <a:latin typeface="Tahoma"/>
                <a:cs typeface="Tahoma"/>
              </a:rPr>
              <a:t> </a:t>
            </a:r>
            <a:r>
              <a:rPr sz="2180" spc="-79" dirty="0">
                <a:latin typeface="Tahoma"/>
                <a:cs typeface="Tahoma"/>
              </a:rPr>
              <a:t>considerations.</a:t>
            </a:r>
            <a:r>
              <a:rPr sz="2180" spc="277" dirty="0">
                <a:latin typeface="Tahoma"/>
                <a:cs typeface="Tahoma"/>
              </a:rPr>
              <a:t> </a:t>
            </a:r>
            <a:r>
              <a:rPr sz="2180" spc="20" dirty="0">
                <a:latin typeface="Tahoma"/>
                <a:cs typeface="Tahoma"/>
              </a:rPr>
              <a:t>(K5)</a:t>
            </a:r>
            <a:endParaRPr sz="2180">
              <a:latin typeface="Tahoma"/>
              <a:cs typeface="Tahoma"/>
            </a:endParaRPr>
          </a:p>
          <a:p>
            <a:pPr marL="25168" marR="231540">
              <a:lnSpc>
                <a:spcPct val="102600"/>
              </a:lnSpc>
              <a:spcBef>
                <a:spcPts val="595"/>
              </a:spcBef>
            </a:pPr>
            <a:r>
              <a:rPr sz="2180" spc="-59" dirty="0">
                <a:latin typeface="Tahoma"/>
                <a:cs typeface="Tahoma"/>
              </a:rPr>
              <a:t>Conduct</a:t>
            </a:r>
            <a:r>
              <a:rPr sz="2180" spc="50" dirty="0">
                <a:latin typeface="Tahoma"/>
                <a:cs typeface="Tahoma"/>
              </a:rPr>
              <a:t> </a:t>
            </a:r>
            <a:r>
              <a:rPr sz="2180" b="1" spc="-99" dirty="0">
                <a:latin typeface="Arial"/>
                <a:cs typeface="Arial"/>
              </a:rPr>
              <a:t>investigations</a:t>
            </a:r>
            <a:r>
              <a:rPr sz="2180" b="1" spc="109" dirty="0">
                <a:latin typeface="Arial"/>
                <a:cs typeface="Arial"/>
              </a:rPr>
              <a:t> </a:t>
            </a:r>
            <a:r>
              <a:rPr sz="2180" spc="-69" dirty="0">
                <a:latin typeface="Tahoma"/>
                <a:cs typeface="Tahoma"/>
              </a:rPr>
              <a:t>of</a:t>
            </a:r>
            <a:r>
              <a:rPr sz="2180" spc="40" dirty="0">
                <a:latin typeface="Tahoma"/>
                <a:cs typeface="Tahoma"/>
              </a:rPr>
              <a:t> </a:t>
            </a:r>
            <a:r>
              <a:rPr sz="2180" spc="-89" dirty="0">
                <a:solidFill>
                  <a:srgbClr val="BC1919"/>
                </a:solidFill>
                <a:latin typeface="Tahoma"/>
                <a:cs typeface="Tahoma"/>
              </a:rPr>
              <a:t>complex</a:t>
            </a:r>
            <a:r>
              <a:rPr sz="2180" spc="59" dirty="0">
                <a:solidFill>
                  <a:srgbClr val="BC1919"/>
                </a:solidFill>
                <a:latin typeface="Tahoma"/>
                <a:cs typeface="Tahoma"/>
              </a:rPr>
              <a:t> </a:t>
            </a:r>
            <a:r>
              <a:rPr sz="2180" spc="-109" dirty="0">
                <a:solidFill>
                  <a:srgbClr val="BC1919"/>
                </a:solidFill>
                <a:latin typeface="Tahoma"/>
                <a:cs typeface="Tahoma"/>
              </a:rPr>
              <a:t>problems</a:t>
            </a:r>
            <a:r>
              <a:rPr sz="2180" spc="50" dirty="0">
                <a:solidFill>
                  <a:srgbClr val="BC1919"/>
                </a:solidFill>
                <a:latin typeface="Tahoma"/>
                <a:cs typeface="Tahoma"/>
              </a:rPr>
              <a:t> </a:t>
            </a:r>
            <a:r>
              <a:rPr sz="2180" spc="-99" dirty="0">
                <a:latin typeface="Tahoma"/>
                <a:cs typeface="Tahoma"/>
              </a:rPr>
              <a:t>using</a:t>
            </a:r>
            <a:r>
              <a:rPr sz="2180" spc="50" dirty="0">
                <a:latin typeface="Tahoma"/>
                <a:cs typeface="Tahoma"/>
              </a:rPr>
              <a:t> </a:t>
            </a:r>
            <a:r>
              <a:rPr sz="2180" spc="-119" dirty="0">
                <a:latin typeface="Tahoma"/>
                <a:cs typeface="Tahoma"/>
              </a:rPr>
              <a:t>research-based </a:t>
            </a:r>
            <a:r>
              <a:rPr sz="2180" spc="-644" dirty="0">
                <a:latin typeface="Tahoma"/>
                <a:cs typeface="Tahoma"/>
              </a:rPr>
              <a:t> </a:t>
            </a:r>
            <a:r>
              <a:rPr sz="2180" spc="-119" dirty="0">
                <a:latin typeface="Tahoma"/>
                <a:cs typeface="Tahoma"/>
              </a:rPr>
              <a:t>knowledge</a:t>
            </a:r>
            <a:r>
              <a:rPr sz="2180" spc="40" dirty="0">
                <a:latin typeface="Tahoma"/>
                <a:cs typeface="Tahoma"/>
              </a:rPr>
              <a:t> </a:t>
            </a:r>
            <a:r>
              <a:rPr sz="2180" spc="20" dirty="0">
                <a:latin typeface="Tahoma"/>
                <a:cs typeface="Tahoma"/>
              </a:rPr>
              <a:t>(K8)</a:t>
            </a:r>
            <a:r>
              <a:rPr sz="2180" spc="40" dirty="0">
                <a:latin typeface="Tahoma"/>
                <a:cs typeface="Tahoma"/>
              </a:rPr>
              <a:t> </a:t>
            </a:r>
            <a:r>
              <a:rPr sz="2180" spc="-99" dirty="0">
                <a:latin typeface="Tahoma"/>
                <a:cs typeface="Tahoma"/>
              </a:rPr>
              <a:t>and</a:t>
            </a:r>
            <a:r>
              <a:rPr sz="2180" spc="40" dirty="0">
                <a:latin typeface="Tahoma"/>
                <a:cs typeface="Tahoma"/>
              </a:rPr>
              <a:t> </a:t>
            </a:r>
            <a:r>
              <a:rPr sz="2180" spc="-119" dirty="0">
                <a:latin typeface="Tahoma"/>
                <a:cs typeface="Tahoma"/>
              </a:rPr>
              <a:t>research</a:t>
            </a:r>
            <a:r>
              <a:rPr sz="2180" spc="50" dirty="0">
                <a:latin typeface="Tahoma"/>
                <a:cs typeface="Tahoma"/>
              </a:rPr>
              <a:t> </a:t>
            </a:r>
            <a:r>
              <a:rPr sz="2180" spc="-99" dirty="0">
                <a:latin typeface="Tahoma"/>
                <a:cs typeface="Tahoma"/>
              </a:rPr>
              <a:t>methods</a:t>
            </a:r>
            <a:r>
              <a:rPr sz="2180" spc="40" dirty="0">
                <a:latin typeface="Tahoma"/>
                <a:cs typeface="Tahoma"/>
              </a:rPr>
              <a:t> </a:t>
            </a:r>
            <a:r>
              <a:rPr sz="2180" spc="-59" dirty="0">
                <a:latin typeface="Tahoma"/>
                <a:cs typeface="Tahoma"/>
              </a:rPr>
              <a:t>including</a:t>
            </a:r>
            <a:r>
              <a:rPr sz="2180" spc="40" dirty="0">
                <a:latin typeface="Tahoma"/>
                <a:cs typeface="Tahoma"/>
              </a:rPr>
              <a:t> </a:t>
            </a:r>
            <a:r>
              <a:rPr sz="2180" spc="-109" dirty="0">
                <a:latin typeface="Tahoma"/>
                <a:cs typeface="Tahoma"/>
              </a:rPr>
              <a:t>design</a:t>
            </a:r>
            <a:r>
              <a:rPr sz="2180" spc="40" dirty="0">
                <a:latin typeface="Tahoma"/>
                <a:cs typeface="Tahoma"/>
              </a:rPr>
              <a:t> </a:t>
            </a:r>
            <a:r>
              <a:rPr sz="2180" spc="-69" dirty="0">
                <a:latin typeface="Tahoma"/>
                <a:cs typeface="Tahoma"/>
              </a:rPr>
              <a:t>of </a:t>
            </a:r>
            <a:r>
              <a:rPr sz="2180" spc="-59" dirty="0">
                <a:latin typeface="Tahoma"/>
                <a:cs typeface="Tahoma"/>
              </a:rPr>
              <a:t> </a:t>
            </a:r>
            <a:r>
              <a:rPr sz="2180" spc="-99" dirty="0">
                <a:latin typeface="Tahoma"/>
                <a:cs typeface="Tahoma"/>
              </a:rPr>
              <a:t>experiments,</a:t>
            </a:r>
            <a:r>
              <a:rPr sz="2180" spc="59" dirty="0">
                <a:latin typeface="Tahoma"/>
                <a:cs typeface="Tahoma"/>
              </a:rPr>
              <a:t> </a:t>
            </a:r>
            <a:r>
              <a:rPr sz="2180" spc="-89" dirty="0">
                <a:latin typeface="Tahoma"/>
                <a:cs typeface="Tahoma"/>
              </a:rPr>
              <a:t>analysis</a:t>
            </a:r>
            <a:r>
              <a:rPr sz="2180" spc="59" dirty="0">
                <a:latin typeface="Tahoma"/>
                <a:cs typeface="Tahoma"/>
              </a:rPr>
              <a:t> </a:t>
            </a:r>
            <a:r>
              <a:rPr sz="2180" spc="-109" dirty="0">
                <a:latin typeface="Tahoma"/>
                <a:cs typeface="Tahoma"/>
              </a:rPr>
              <a:t>and</a:t>
            </a:r>
            <a:r>
              <a:rPr sz="2180" spc="59" dirty="0">
                <a:latin typeface="Tahoma"/>
                <a:cs typeface="Tahoma"/>
              </a:rPr>
              <a:t> </a:t>
            </a:r>
            <a:r>
              <a:rPr sz="2180" spc="-69" dirty="0">
                <a:latin typeface="Tahoma"/>
                <a:cs typeface="Tahoma"/>
              </a:rPr>
              <a:t>interpretation</a:t>
            </a:r>
            <a:r>
              <a:rPr sz="2180" spc="59" dirty="0">
                <a:latin typeface="Tahoma"/>
                <a:cs typeface="Tahoma"/>
              </a:rPr>
              <a:t> </a:t>
            </a:r>
            <a:r>
              <a:rPr sz="2180" spc="-69" dirty="0">
                <a:latin typeface="Tahoma"/>
                <a:cs typeface="Tahoma"/>
              </a:rPr>
              <a:t>of</a:t>
            </a:r>
            <a:r>
              <a:rPr sz="2180" spc="50" dirty="0">
                <a:latin typeface="Tahoma"/>
                <a:cs typeface="Tahoma"/>
              </a:rPr>
              <a:t> </a:t>
            </a:r>
            <a:r>
              <a:rPr sz="2180" spc="-69" dirty="0">
                <a:latin typeface="Tahoma"/>
                <a:cs typeface="Tahoma"/>
              </a:rPr>
              <a:t>data,</a:t>
            </a:r>
            <a:r>
              <a:rPr sz="2180" spc="59" dirty="0">
                <a:latin typeface="Tahoma"/>
                <a:cs typeface="Tahoma"/>
              </a:rPr>
              <a:t> </a:t>
            </a:r>
            <a:r>
              <a:rPr sz="2180" spc="-99" dirty="0">
                <a:latin typeface="Tahoma"/>
                <a:cs typeface="Tahoma"/>
              </a:rPr>
              <a:t>and</a:t>
            </a:r>
            <a:r>
              <a:rPr sz="2180" spc="59" dirty="0">
                <a:latin typeface="Tahoma"/>
                <a:cs typeface="Tahoma"/>
              </a:rPr>
              <a:t> </a:t>
            </a:r>
            <a:r>
              <a:rPr sz="2180" spc="-99" dirty="0">
                <a:latin typeface="Tahoma"/>
                <a:cs typeface="Tahoma"/>
              </a:rPr>
              <a:t>synthesis</a:t>
            </a:r>
            <a:r>
              <a:rPr sz="2180" spc="50" dirty="0">
                <a:latin typeface="Tahoma"/>
                <a:cs typeface="Tahoma"/>
              </a:rPr>
              <a:t> </a:t>
            </a:r>
            <a:r>
              <a:rPr sz="2180" spc="-69" dirty="0">
                <a:latin typeface="Tahoma"/>
                <a:cs typeface="Tahoma"/>
              </a:rPr>
              <a:t>of </a:t>
            </a:r>
            <a:r>
              <a:rPr sz="2180" spc="-59" dirty="0">
                <a:latin typeface="Tahoma"/>
                <a:cs typeface="Tahoma"/>
              </a:rPr>
              <a:t> </a:t>
            </a:r>
            <a:r>
              <a:rPr sz="2180" spc="-69" dirty="0">
                <a:latin typeface="Tahoma"/>
                <a:cs typeface="Tahoma"/>
              </a:rPr>
              <a:t>information</a:t>
            </a:r>
            <a:r>
              <a:rPr sz="2180" spc="40" dirty="0">
                <a:latin typeface="Tahoma"/>
                <a:cs typeface="Tahoma"/>
              </a:rPr>
              <a:t> </a:t>
            </a:r>
            <a:r>
              <a:rPr sz="2180" spc="-30" dirty="0">
                <a:latin typeface="Tahoma"/>
                <a:cs typeface="Tahoma"/>
              </a:rPr>
              <a:t>to</a:t>
            </a:r>
            <a:r>
              <a:rPr sz="2180" spc="40" dirty="0">
                <a:latin typeface="Tahoma"/>
                <a:cs typeface="Tahoma"/>
              </a:rPr>
              <a:t> </a:t>
            </a:r>
            <a:r>
              <a:rPr sz="2180" spc="-99" dirty="0">
                <a:latin typeface="Tahoma"/>
                <a:cs typeface="Tahoma"/>
              </a:rPr>
              <a:t>provide</a:t>
            </a:r>
            <a:r>
              <a:rPr sz="2180" spc="40" dirty="0">
                <a:latin typeface="Tahoma"/>
                <a:cs typeface="Tahoma"/>
              </a:rPr>
              <a:t> </a:t>
            </a:r>
            <a:r>
              <a:rPr sz="2180" spc="-59" dirty="0">
                <a:latin typeface="Tahoma"/>
                <a:cs typeface="Tahoma"/>
              </a:rPr>
              <a:t>valid</a:t>
            </a:r>
            <a:r>
              <a:rPr sz="2180" spc="40" dirty="0">
                <a:latin typeface="Tahoma"/>
                <a:cs typeface="Tahoma"/>
              </a:rPr>
              <a:t> </a:t>
            </a:r>
            <a:r>
              <a:rPr sz="2180" spc="-79" dirty="0">
                <a:latin typeface="Tahoma"/>
                <a:cs typeface="Tahoma"/>
              </a:rPr>
              <a:t>conclusions.</a:t>
            </a:r>
            <a:endParaRPr sz="2180">
              <a:latin typeface="Tahoma"/>
              <a:cs typeface="Tahoma"/>
            </a:endParaRPr>
          </a:p>
        </p:txBody>
      </p:sp>
      <p:pic>
        <p:nvPicPr>
          <p:cNvPr id="6" name="object 6"/>
          <p:cNvPicPr/>
          <p:nvPr/>
        </p:nvPicPr>
        <p:blipFill>
          <a:blip r:embed="rId2" cstate="print"/>
          <a:stretch>
            <a:fillRect/>
          </a:stretch>
        </p:blipFill>
        <p:spPr>
          <a:xfrm>
            <a:off x="1887854" y="2422440"/>
            <a:ext cx="226332" cy="226332"/>
          </a:xfrm>
          <a:prstGeom prst="rect">
            <a:avLst/>
          </a:prstGeom>
        </p:spPr>
      </p:pic>
      <p:sp>
        <p:nvSpPr>
          <p:cNvPr id="7" name="object 7"/>
          <p:cNvSpPr txBox="1"/>
          <p:nvPr/>
        </p:nvSpPr>
        <p:spPr>
          <a:xfrm>
            <a:off x="1934590" y="2399704"/>
            <a:ext cx="133385" cy="207141"/>
          </a:xfrm>
          <a:prstGeom prst="rect">
            <a:avLst/>
          </a:prstGeom>
        </p:spPr>
        <p:txBody>
          <a:bodyPr vert="horz" wrap="square" lIns="0" tIns="23909" rIns="0" bIns="0" rtlCol="0">
            <a:spAutoFit/>
          </a:bodyPr>
          <a:lstStyle/>
          <a:p>
            <a:pPr marL="25168">
              <a:spcBef>
                <a:spcPts val="188"/>
              </a:spcBef>
            </a:pPr>
            <a:r>
              <a:rPr sz="1189" spc="-20" dirty="0">
                <a:solidFill>
                  <a:srgbClr val="FFFFFF"/>
                </a:solidFill>
                <a:latin typeface="Microsoft Sans Serif"/>
                <a:cs typeface="Microsoft Sans Serif"/>
              </a:rPr>
              <a:t>b</a:t>
            </a:r>
            <a:endParaRPr sz="1189">
              <a:latin typeface="Microsoft Sans Serif"/>
              <a:cs typeface="Microsoft Sans Serif"/>
            </a:endParaRPr>
          </a:p>
        </p:txBody>
      </p:sp>
      <p:pic>
        <p:nvPicPr>
          <p:cNvPr id="8" name="object 8"/>
          <p:cNvPicPr/>
          <p:nvPr/>
        </p:nvPicPr>
        <p:blipFill>
          <a:blip r:embed="rId3" cstate="print"/>
          <a:stretch>
            <a:fillRect/>
          </a:stretch>
        </p:blipFill>
        <p:spPr>
          <a:xfrm>
            <a:off x="1887854" y="3861638"/>
            <a:ext cx="226332" cy="226332"/>
          </a:xfrm>
          <a:prstGeom prst="rect">
            <a:avLst/>
          </a:prstGeom>
        </p:spPr>
      </p:pic>
      <p:sp>
        <p:nvSpPr>
          <p:cNvPr id="9" name="object 9"/>
          <p:cNvSpPr txBox="1"/>
          <p:nvPr/>
        </p:nvSpPr>
        <p:spPr>
          <a:xfrm>
            <a:off x="1940352" y="3820079"/>
            <a:ext cx="122058" cy="207141"/>
          </a:xfrm>
          <a:prstGeom prst="rect">
            <a:avLst/>
          </a:prstGeom>
        </p:spPr>
        <p:txBody>
          <a:bodyPr vert="horz" wrap="square" lIns="0" tIns="23909" rIns="0" bIns="0" rtlCol="0">
            <a:spAutoFit/>
          </a:bodyPr>
          <a:lstStyle/>
          <a:p>
            <a:pPr marL="25168">
              <a:spcBef>
                <a:spcPts val="188"/>
              </a:spcBef>
            </a:pPr>
            <a:r>
              <a:rPr sz="1189" spc="-40" dirty="0">
                <a:solidFill>
                  <a:srgbClr val="FFFFFF"/>
                </a:solidFill>
                <a:latin typeface="Microsoft Sans Serif"/>
                <a:cs typeface="Microsoft Sans Serif"/>
              </a:rPr>
              <a:t>c</a:t>
            </a:r>
            <a:endParaRPr sz="1189">
              <a:latin typeface="Microsoft Sans Serif"/>
              <a:cs typeface="Microsoft Sans Serif"/>
            </a:endParaRPr>
          </a:p>
        </p:txBody>
      </p:sp>
      <p:pic>
        <p:nvPicPr>
          <p:cNvPr id="10" name="object 10"/>
          <p:cNvPicPr/>
          <p:nvPr/>
        </p:nvPicPr>
        <p:blipFill>
          <a:blip r:embed="rId2" cstate="print"/>
          <a:stretch>
            <a:fillRect/>
          </a:stretch>
        </p:blipFill>
        <p:spPr>
          <a:xfrm>
            <a:off x="1887854" y="5300813"/>
            <a:ext cx="226332" cy="226332"/>
          </a:xfrm>
          <a:prstGeom prst="rect">
            <a:avLst/>
          </a:prstGeom>
        </p:spPr>
      </p:pic>
      <p:sp>
        <p:nvSpPr>
          <p:cNvPr id="11" name="object 11"/>
          <p:cNvSpPr txBox="1"/>
          <p:nvPr/>
        </p:nvSpPr>
        <p:spPr>
          <a:xfrm>
            <a:off x="1934590" y="5278077"/>
            <a:ext cx="133385" cy="207141"/>
          </a:xfrm>
          <a:prstGeom prst="rect">
            <a:avLst/>
          </a:prstGeom>
        </p:spPr>
        <p:txBody>
          <a:bodyPr vert="horz" wrap="square" lIns="0" tIns="23909" rIns="0" bIns="0" rtlCol="0">
            <a:spAutoFit/>
          </a:bodyPr>
          <a:lstStyle/>
          <a:p>
            <a:pPr marL="25168">
              <a:spcBef>
                <a:spcPts val="188"/>
              </a:spcBef>
            </a:pPr>
            <a:r>
              <a:rPr sz="1189" spc="-20" dirty="0">
                <a:solidFill>
                  <a:srgbClr val="FFFFFF"/>
                </a:solidFill>
                <a:latin typeface="Microsoft Sans Serif"/>
                <a:cs typeface="Microsoft Sans Serif"/>
              </a:rPr>
              <a:t>d</a:t>
            </a:r>
            <a:endParaRPr sz="1189">
              <a:latin typeface="Microsoft Sans Serif"/>
              <a:cs typeface="Microsoft Sans Serif"/>
            </a:endParaRPr>
          </a:p>
        </p:txBody>
      </p:sp>
      <p:sp>
        <p:nvSpPr>
          <p:cNvPr id="13" name="object 13"/>
          <p:cNvSpPr txBox="1"/>
          <p:nvPr/>
        </p:nvSpPr>
        <p:spPr>
          <a:xfrm>
            <a:off x="7441117" y="6608646"/>
            <a:ext cx="2124092" cy="166712"/>
          </a:xfrm>
          <a:prstGeom prst="rect">
            <a:avLst/>
          </a:prstGeom>
        </p:spPr>
        <p:txBody>
          <a:bodyPr vert="horz" wrap="square" lIns="0" tIns="0" rIns="0" bIns="0" rtlCol="0">
            <a:spAutoFit/>
          </a:bodyPr>
          <a:lstStyle/>
          <a:p>
            <a:pPr marL="25168">
              <a:lnSpc>
                <a:spcPts val="1338"/>
              </a:lnSpc>
            </a:pPr>
            <a:r>
              <a:rPr sz="1189" spc="-40" dirty="0">
                <a:latin typeface="Microsoft Sans Serif"/>
                <a:cs typeface="Microsoft Sans Serif"/>
              </a:rPr>
              <a:t>Complex</a:t>
            </a:r>
            <a:r>
              <a:rPr sz="1189" spc="79" dirty="0">
                <a:latin typeface="Microsoft Sans Serif"/>
                <a:cs typeface="Microsoft Sans Serif"/>
              </a:rPr>
              <a:t> </a:t>
            </a:r>
            <a:r>
              <a:rPr sz="1189" spc="-30" dirty="0">
                <a:latin typeface="Microsoft Sans Serif"/>
                <a:cs typeface="Microsoft Sans Serif"/>
              </a:rPr>
              <a:t>Engineering</a:t>
            </a:r>
            <a:r>
              <a:rPr sz="1189" spc="89" dirty="0">
                <a:latin typeface="Microsoft Sans Serif"/>
                <a:cs typeface="Microsoft Sans Serif"/>
              </a:rPr>
              <a:t> </a:t>
            </a:r>
            <a:r>
              <a:rPr sz="1189" spc="-30" dirty="0">
                <a:latin typeface="Microsoft Sans Serif"/>
                <a:cs typeface="Microsoft Sans Serif"/>
              </a:rPr>
              <a:t>Problems</a:t>
            </a:r>
            <a:endParaRPr sz="1189">
              <a:latin typeface="Microsoft Sans Serif"/>
              <a:cs typeface="Microsoft Sans Serif"/>
            </a:endParaRPr>
          </a:p>
        </p:txBody>
      </p:sp>
      <p:sp>
        <p:nvSpPr>
          <p:cNvPr id="14" name="object 14"/>
          <p:cNvSpPr txBox="1"/>
          <p:nvPr/>
        </p:nvSpPr>
        <p:spPr>
          <a:xfrm>
            <a:off x="10227625" y="6608645"/>
            <a:ext cx="231534" cy="166712"/>
          </a:xfrm>
          <a:prstGeom prst="rect">
            <a:avLst/>
          </a:prstGeom>
        </p:spPr>
        <p:txBody>
          <a:bodyPr vert="horz" wrap="square" lIns="0" tIns="0" rIns="0" bIns="0" rtlCol="0">
            <a:spAutoFit/>
          </a:bodyPr>
          <a:lstStyle/>
          <a:p>
            <a:pPr marL="75503">
              <a:lnSpc>
                <a:spcPts val="1338"/>
              </a:lnSpc>
            </a:pPr>
            <a:fld id="{81D60167-4931-47E6-BA6A-407CBD079E47}" type="slidenum">
              <a:rPr sz="1189" spc="-40" dirty="0">
                <a:latin typeface="Microsoft Sans Serif"/>
                <a:cs typeface="Microsoft Sans Serif"/>
              </a:rPr>
              <a:pPr marL="75503">
                <a:lnSpc>
                  <a:spcPts val="1338"/>
                </a:lnSpc>
              </a:pPr>
              <a:t>4</a:t>
            </a:fld>
            <a:endParaRPr sz="1189">
              <a:latin typeface="Microsoft Sans Serif"/>
              <a:cs typeface="Microsoft Sans Serif"/>
            </a:endParaRP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B4CCB-171B-509A-CD8D-05EC635D159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4BA1597-5575-7EE5-1AD3-8E67C3AC9325}"/>
              </a:ext>
            </a:extLst>
          </p:cNvPr>
          <p:cNvSpPr txBox="1">
            <a:spLocks noGrp="1"/>
          </p:cNvSpPr>
          <p:nvPr>
            <p:ph type="title"/>
          </p:nvPr>
        </p:nvSpPr>
        <p:spPr>
          <a:xfrm>
            <a:off x="1528195" y="277466"/>
            <a:ext cx="9131836" cy="580659"/>
          </a:xfrm>
          <a:prstGeom prst="rect">
            <a:avLst/>
          </a:prstGeom>
          <a:solidFill>
            <a:srgbClr val="F2F2F2"/>
          </a:solidFill>
        </p:spPr>
        <p:txBody>
          <a:bodyPr vert="horz" wrap="square" lIns="0" tIns="152260" rIns="0" bIns="0" rtlCol="0">
            <a:spAutoFit/>
          </a:bodyPr>
          <a:lstStyle/>
          <a:p>
            <a:pPr marL="213925">
              <a:spcBef>
                <a:spcPts val="1199"/>
              </a:spcBef>
            </a:pPr>
            <a:r>
              <a:rPr sz="2774" spc="218" dirty="0">
                <a:solidFill>
                  <a:schemeClr val="accent1"/>
                </a:solidFill>
                <a:latin typeface="Trebuchet MS"/>
                <a:cs typeface="Trebuchet MS"/>
              </a:rPr>
              <a:t>BAETE</a:t>
            </a:r>
            <a:r>
              <a:rPr sz="2774" spc="50" dirty="0">
                <a:solidFill>
                  <a:schemeClr val="accent1"/>
                </a:solidFill>
                <a:latin typeface="Trebuchet MS"/>
                <a:cs typeface="Trebuchet MS"/>
              </a:rPr>
              <a:t> </a:t>
            </a:r>
            <a:r>
              <a:rPr sz="2774" spc="-59" dirty="0">
                <a:solidFill>
                  <a:schemeClr val="accent1"/>
                </a:solidFill>
                <a:latin typeface="Trebuchet MS"/>
                <a:cs typeface="Trebuchet MS"/>
              </a:rPr>
              <a:t>Program</a:t>
            </a:r>
            <a:r>
              <a:rPr sz="2774" spc="59" dirty="0">
                <a:solidFill>
                  <a:schemeClr val="accent1"/>
                </a:solidFill>
                <a:latin typeface="Trebuchet MS"/>
                <a:cs typeface="Trebuchet MS"/>
              </a:rPr>
              <a:t> </a:t>
            </a:r>
            <a:r>
              <a:rPr sz="2774" spc="-89" dirty="0">
                <a:solidFill>
                  <a:schemeClr val="accent1"/>
                </a:solidFill>
                <a:latin typeface="Trebuchet MS"/>
                <a:cs typeface="Trebuchet MS"/>
              </a:rPr>
              <a:t>Outcomes</a:t>
            </a:r>
            <a:endParaRPr sz="2774" dirty="0">
              <a:solidFill>
                <a:schemeClr val="accent1"/>
              </a:solidFill>
              <a:latin typeface="Trebuchet MS"/>
              <a:cs typeface="Trebuchet MS"/>
            </a:endParaRPr>
          </a:p>
        </p:txBody>
      </p:sp>
      <p:pic>
        <p:nvPicPr>
          <p:cNvPr id="3" name="object 3">
            <a:extLst>
              <a:ext uri="{FF2B5EF4-FFF2-40B4-BE49-F238E27FC236}">
                <a16:creationId xmlns:a16="http://schemas.microsoft.com/office/drawing/2014/main" id="{0E0AF535-B38F-9BAF-479E-915FE1DEF6F2}"/>
              </a:ext>
            </a:extLst>
          </p:cNvPr>
          <p:cNvPicPr/>
          <p:nvPr/>
        </p:nvPicPr>
        <p:blipFill>
          <a:blip r:embed="rId2" cstate="print"/>
          <a:stretch>
            <a:fillRect/>
          </a:stretch>
        </p:blipFill>
        <p:spPr>
          <a:xfrm>
            <a:off x="1887854" y="1324255"/>
            <a:ext cx="226332" cy="226332"/>
          </a:xfrm>
          <a:prstGeom prst="rect">
            <a:avLst/>
          </a:prstGeom>
        </p:spPr>
      </p:pic>
      <p:sp>
        <p:nvSpPr>
          <p:cNvPr id="4" name="object 4">
            <a:extLst>
              <a:ext uri="{FF2B5EF4-FFF2-40B4-BE49-F238E27FC236}">
                <a16:creationId xmlns:a16="http://schemas.microsoft.com/office/drawing/2014/main" id="{A179CB1D-43CA-1A3C-D7BE-4A0375044FBA}"/>
              </a:ext>
            </a:extLst>
          </p:cNvPr>
          <p:cNvSpPr txBox="1"/>
          <p:nvPr/>
        </p:nvSpPr>
        <p:spPr>
          <a:xfrm>
            <a:off x="1937460" y="1282695"/>
            <a:ext cx="127093" cy="207141"/>
          </a:xfrm>
          <a:prstGeom prst="rect">
            <a:avLst/>
          </a:prstGeom>
        </p:spPr>
        <p:txBody>
          <a:bodyPr vert="horz" wrap="square" lIns="0" tIns="23909" rIns="0" bIns="0" rtlCol="0">
            <a:spAutoFit/>
          </a:bodyPr>
          <a:lstStyle/>
          <a:p>
            <a:pPr marL="25168">
              <a:spcBef>
                <a:spcPts val="188"/>
              </a:spcBef>
            </a:pPr>
            <a:r>
              <a:rPr lang="en-US" sz="1189" dirty="0">
                <a:solidFill>
                  <a:schemeClr val="bg1"/>
                </a:solidFill>
                <a:latin typeface="Microsoft Sans Serif"/>
                <a:cs typeface="Microsoft Sans Serif"/>
              </a:rPr>
              <a:t>e</a:t>
            </a:r>
            <a:endParaRPr sz="1189" dirty="0">
              <a:solidFill>
                <a:schemeClr val="bg1"/>
              </a:solidFill>
              <a:latin typeface="Microsoft Sans Serif"/>
              <a:cs typeface="Microsoft Sans Serif"/>
            </a:endParaRPr>
          </a:p>
        </p:txBody>
      </p:sp>
      <p:sp>
        <p:nvSpPr>
          <p:cNvPr id="5" name="object 5">
            <a:extLst>
              <a:ext uri="{FF2B5EF4-FFF2-40B4-BE49-F238E27FC236}">
                <a16:creationId xmlns:a16="http://schemas.microsoft.com/office/drawing/2014/main" id="{C2B24D30-7303-1482-7007-550337F4BC9C}"/>
              </a:ext>
            </a:extLst>
          </p:cNvPr>
          <p:cNvSpPr txBox="1"/>
          <p:nvPr/>
        </p:nvSpPr>
        <p:spPr>
          <a:xfrm>
            <a:off x="2326665" y="1216995"/>
            <a:ext cx="7902429" cy="4861138"/>
          </a:xfrm>
          <a:prstGeom prst="rect">
            <a:avLst/>
          </a:prstGeom>
        </p:spPr>
        <p:txBody>
          <a:bodyPr vert="horz" wrap="square" lIns="0" tIns="13842" rIns="0" bIns="0" rtlCol="0">
            <a:spAutoFit/>
          </a:bodyPr>
          <a:lstStyle/>
          <a:p>
            <a:pPr marL="25168" marR="25168">
              <a:lnSpc>
                <a:spcPct val="102600"/>
              </a:lnSpc>
              <a:spcBef>
                <a:spcPts val="109"/>
              </a:spcBef>
            </a:pPr>
            <a:r>
              <a:rPr lang="en-US" sz="2180" spc="-30" dirty="0">
                <a:latin typeface="Tahoma"/>
                <a:cs typeface="Tahoma"/>
              </a:rPr>
              <a:t>Create, select and apply appropriate techniques, resources, and  modern engineering and IT tools, including prediction and  modelling, to complex engineering problems, with an understanding of  the limitations. (K6)</a:t>
            </a:r>
          </a:p>
          <a:p>
            <a:pPr marL="25168" marR="25168">
              <a:lnSpc>
                <a:spcPct val="102600"/>
              </a:lnSpc>
              <a:spcBef>
                <a:spcPts val="109"/>
              </a:spcBef>
            </a:pPr>
            <a:r>
              <a:rPr lang="en-US" sz="2180" spc="-30" dirty="0">
                <a:latin typeface="Tahoma"/>
                <a:cs typeface="Tahoma"/>
              </a:rPr>
              <a:t>Apply reasoning informed by contextual knowledge to assess societal,  health, safety, legal and cultural issues and the consequent  responsibilities relevant to professional engineering practice and  solutions to complex engineering problems. (K7)</a:t>
            </a:r>
          </a:p>
          <a:p>
            <a:pPr marL="25168" marR="25168">
              <a:lnSpc>
                <a:spcPct val="102600"/>
              </a:lnSpc>
              <a:spcBef>
                <a:spcPts val="109"/>
              </a:spcBef>
            </a:pPr>
            <a:r>
              <a:rPr lang="en-US" sz="2180" spc="-30" dirty="0">
                <a:latin typeface="Tahoma"/>
                <a:cs typeface="Tahoma"/>
              </a:rPr>
              <a:t>Understand and evaluate the sustainability and impact of  professional engineering work in the solution of complex engineering  problems in societal and environmental contexts. (K7)</a:t>
            </a:r>
          </a:p>
          <a:p>
            <a:pPr marL="25168" marR="25168">
              <a:lnSpc>
                <a:spcPct val="102600"/>
              </a:lnSpc>
              <a:spcBef>
                <a:spcPts val="109"/>
              </a:spcBef>
            </a:pPr>
            <a:r>
              <a:rPr lang="en-US" sz="2180" spc="-30" dirty="0">
                <a:latin typeface="Tahoma"/>
                <a:cs typeface="Tahoma"/>
              </a:rPr>
              <a:t>Apply ethical principles and commit to professional ethics and  responsibilities and norms of engineering practice. (K7)</a:t>
            </a:r>
          </a:p>
        </p:txBody>
      </p:sp>
      <p:pic>
        <p:nvPicPr>
          <p:cNvPr id="6" name="object 6">
            <a:extLst>
              <a:ext uri="{FF2B5EF4-FFF2-40B4-BE49-F238E27FC236}">
                <a16:creationId xmlns:a16="http://schemas.microsoft.com/office/drawing/2014/main" id="{AA20539F-22BD-0FB4-05B7-2F8A562DE4D9}"/>
              </a:ext>
            </a:extLst>
          </p:cNvPr>
          <p:cNvPicPr/>
          <p:nvPr/>
        </p:nvPicPr>
        <p:blipFill>
          <a:blip r:embed="rId2" cstate="print"/>
          <a:stretch>
            <a:fillRect/>
          </a:stretch>
        </p:blipFill>
        <p:spPr>
          <a:xfrm>
            <a:off x="1887854" y="2745170"/>
            <a:ext cx="226332" cy="226332"/>
          </a:xfrm>
          <a:prstGeom prst="rect">
            <a:avLst/>
          </a:prstGeom>
        </p:spPr>
      </p:pic>
      <p:sp>
        <p:nvSpPr>
          <p:cNvPr id="7" name="object 7">
            <a:extLst>
              <a:ext uri="{FF2B5EF4-FFF2-40B4-BE49-F238E27FC236}">
                <a16:creationId xmlns:a16="http://schemas.microsoft.com/office/drawing/2014/main" id="{C3FD9518-C38A-6D52-C5AF-B0F2CF0A6684}"/>
              </a:ext>
            </a:extLst>
          </p:cNvPr>
          <p:cNvSpPr txBox="1"/>
          <p:nvPr/>
        </p:nvSpPr>
        <p:spPr>
          <a:xfrm>
            <a:off x="1934590" y="2722434"/>
            <a:ext cx="133385" cy="207141"/>
          </a:xfrm>
          <a:prstGeom prst="rect">
            <a:avLst/>
          </a:prstGeom>
        </p:spPr>
        <p:txBody>
          <a:bodyPr vert="horz" wrap="square" lIns="0" tIns="23909" rIns="0" bIns="0" rtlCol="0">
            <a:spAutoFit/>
          </a:bodyPr>
          <a:lstStyle/>
          <a:p>
            <a:pPr marL="25168">
              <a:spcBef>
                <a:spcPts val="188"/>
              </a:spcBef>
            </a:pPr>
            <a:r>
              <a:rPr lang="en-US" sz="1189" spc="-20" dirty="0">
                <a:solidFill>
                  <a:srgbClr val="FFFFFF"/>
                </a:solidFill>
                <a:latin typeface="Microsoft Sans Serif"/>
                <a:cs typeface="Microsoft Sans Serif"/>
              </a:rPr>
              <a:t>f</a:t>
            </a:r>
            <a:endParaRPr sz="1189" dirty="0">
              <a:latin typeface="Microsoft Sans Serif"/>
              <a:cs typeface="Microsoft Sans Serif"/>
            </a:endParaRPr>
          </a:p>
        </p:txBody>
      </p:sp>
      <p:pic>
        <p:nvPicPr>
          <p:cNvPr id="8" name="object 8">
            <a:extLst>
              <a:ext uri="{FF2B5EF4-FFF2-40B4-BE49-F238E27FC236}">
                <a16:creationId xmlns:a16="http://schemas.microsoft.com/office/drawing/2014/main" id="{1FF89214-FEE4-070F-159B-FDA870D81A2A}"/>
              </a:ext>
            </a:extLst>
          </p:cNvPr>
          <p:cNvPicPr/>
          <p:nvPr/>
        </p:nvPicPr>
        <p:blipFill>
          <a:blip r:embed="rId3" cstate="print"/>
          <a:stretch>
            <a:fillRect/>
          </a:stretch>
        </p:blipFill>
        <p:spPr>
          <a:xfrm>
            <a:off x="1887854" y="4354697"/>
            <a:ext cx="226332" cy="226332"/>
          </a:xfrm>
          <a:prstGeom prst="rect">
            <a:avLst/>
          </a:prstGeom>
        </p:spPr>
      </p:pic>
      <p:sp>
        <p:nvSpPr>
          <p:cNvPr id="9" name="object 9">
            <a:extLst>
              <a:ext uri="{FF2B5EF4-FFF2-40B4-BE49-F238E27FC236}">
                <a16:creationId xmlns:a16="http://schemas.microsoft.com/office/drawing/2014/main" id="{2BD13E8B-10E5-38AB-CEF0-6B9F9FD98FF8}"/>
              </a:ext>
            </a:extLst>
          </p:cNvPr>
          <p:cNvSpPr txBox="1"/>
          <p:nvPr/>
        </p:nvSpPr>
        <p:spPr>
          <a:xfrm>
            <a:off x="1940352" y="4313138"/>
            <a:ext cx="122058" cy="207141"/>
          </a:xfrm>
          <a:prstGeom prst="rect">
            <a:avLst/>
          </a:prstGeom>
        </p:spPr>
        <p:txBody>
          <a:bodyPr vert="horz" wrap="square" lIns="0" tIns="23909" rIns="0" bIns="0" rtlCol="0">
            <a:spAutoFit/>
          </a:bodyPr>
          <a:lstStyle/>
          <a:p>
            <a:pPr marL="25168">
              <a:spcBef>
                <a:spcPts val="188"/>
              </a:spcBef>
            </a:pPr>
            <a:r>
              <a:rPr lang="en-US" sz="1189" spc="-40" dirty="0">
                <a:solidFill>
                  <a:srgbClr val="FFFFFF"/>
                </a:solidFill>
                <a:latin typeface="Microsoft Sans Serif"/>
                <a:cs typeface="Microsoft Sans Serif"/>
              </a:rPr>
              <a:t>g</a:t>
            </a:r>
            <a:endParaRPr sz="1189" dirty="0">
              <a:latin typeface="Microsoft Sans Serif"/>
              <a:cs typeface="Microsoft Sans Serif"/>
            </a:endParaRPr>
          </a:p>
        </p:txBody>
      </p:sp>
      <p:pic>
        <p:nvPicPr>
          <p:cNvPr id="10" name="object 10">
            <a:extLst>
              <a:ext uri="{FF2B5EF4-FFF2-40B4-BE49-F238E27FC236}">
                <a16:creationId xmlns:a16="http://schemas.microsoft.com/office/drawing/2014/main" id="{73D6507F-F9E7-0893-2656-3D0D1AF35270}"/>
              </a:ext>
            </a:extLst>
          </p:cNvPr>
          <p:cNvPicPr/>
          <p:nvPr/>
        </p:nvPicPr>
        <p:blipFill>
          <a:blip r:embed="rId2" cstate="print"/>
          <a:stretch>
            <a:fillRect/>
          </a:stretch>
        </p:blipFill>
        <p:spPr>
          <a:xfrm>
            <a:off x="1887854" y="5605613"/>
            <a:ext cx="226332" cy="226332"/>
          </a:xfrm>
          <a:prstGeom prst="rect">
            <a:avLst/>
          </a:prstGeom>
        </p:spPr>
      </p:pic>
      <p:sp>
        <p:nvSpPr>
          <p:cNvPr id="11" name="object 11">
            <a:extLst>
              <a:ext uri="{FF2B5EF4-FFF2-40B4-BE49-F238E27FC236}">
                <a16:creationId xmlns:a16="http://schemas.microsoft.com/office/drawing/2014/main" id="{04F35B64-0A83-8CB5-67EE-6C40904F93F8}"/>
              </a:ext>
            </a:extLst>
          </p:cNvPr>
          <p:cNvSpPr txBox="1"/>
          <p:nvPr/>
        </p:nvSpPr>
        <p:spPr>
          <a:xfrm>
            <a:off x="1934590" y="5582877"/>
            <a:ext cx="133385" cy="207141"/>
          </a:xfrm>
          <a:prstGeom prst="rect">
            <a:avLst/>
          </a:prstGeom>
        </p:spPr>
        <p:txBody>
          <a:bodyPr vert="horz" wrap="square" lIns="0" tIns="23909" rIns="0" bIns="0" rtlCol="0">
            <a:spAutoFit/>
          </a:bodyPr>
          <a:lstStyle/>
          <a:p>
            <a:pPr marL="25168">
              <a:spcBef>
                <a:spcPts val="188"/>
              </a:spcBef>
            </a:pPr>
            <a:r>
              <a:rPr lang="en-US" sz="1189" spc="-20" dirty="0">
                <a:solidFill>
                  <a:srgbClr val="FFFFFF"/>
                </a:solidFill>
                <a:latin typeface="Microsoft Sans Serif"/>
                <a:cs typeface="Microsoft Sans Serif"/>
              </a:rPr>
              <a:t>h</a:t>
            </a:r>
            <a:endParaRPr sz="1189" dirty="0">
              <a:latin typeface="Microsoft Sans Serif"/>
              <a:cs typeface="Microsoft Sans Serif"/>
            </a:endParaRPr>
          </a:p>
        </p:txBody>
      </p:sp>
      <p:sp>
        <p:nvSpPr>
          <p:cNvPr id="13" name="object 13">
            <a:extLst>
              <a:ext uri="{FF2B5EF4-FFF2-40B4-BE49-F238E27FC236}">
                <a16:creationId xmlns:a16="http://schemas.microsoft.com/office/drawing/2014/main" id="{FD9618B3-BE53-CABB-D77F-8072F7D605B5}"/>
              </a:ext>
            </a:extLst>
          </p:cNvPr>
          <p:cNvSpPr txBox="1"/>
          <p:nvPr/>
        </p:nvSpPr>
        <p:spPr>
          <a:xfrm>
            <a:off x="7441117" y="6608646"/>
            <a:ext cx="2124092" cy="166712"/>
          </a:xfrm>
          <a:prstGeom prst="rect">
            <a:avLst/>
          </a:prstGeom>
        </p:spPr>
        <p:txBody>
          <a:bodyPr vert="horz" wrap="square" lIns="0" tIns="0" rIns="0" bIns="0" rtlCol="0">
            <a:spAutoFit/>
          </a:bodyPr>
          <a:lstStyle/>
          <a:p>
            <a:pPr marL="25168">
              <a:lnSpc>
                <a:spcPts val="1338"/>
              </a:lnSpc>
            </a:pPr>
            <a:r>
              <a:rPr sz="1189" spc="-40" dirty="0">
                <a:latin typeface="Microsoft Sans Serif"/>
                <a:cs typeface="Microsoft Sans Serif"/>
              </a:rPr>
              <a:t>Complex</a:t>
            </a:r>
            <a:r>
              <a:rPr sz="1189" spc="79" dirty="0">
                <a:latin typeface="Microsoft Sans Serif"/>
                <a:cs typeface="Microsoft Sans Serif"/>
              </a:rPr>
              <a:t> </a:t>
            </a:r>
            <a:r>
              <a:rPr sz="1189" spc="-30" dirty="0">
                <a:latin typeface="Microsoft Sans Serif"/>
                <a:cs typeface="Microsoft Sans Serif"/>
              </a:rPr>
              <a:t>Engineering</a:t>
            </a:r>
            <a:r>
              <a:rPr sz="1189" spc="89" dirty="0">
                <a:latin typeface="Microsoft Sans Serif"/>
                <a:cs typeface="Microsoft Sans Serif"/>
              </a:rPr>
              <a:t> </a:t>
            </a:r>
            <a:r>
              <a:rPr sz="1189" spc="-30" dirty="0">
                <a:latin typeface="Microsoft Sans Serif"/>
                <a:cs typeface="Microsoft Sans Serif"/>
              </a:rPr>
              <a:t>Problems</a:t>
            </a:r>
            <a:endParaRPr sz="1189">
              <a:latin typeface="Microsoft Sans Serif"/>
              <a:cs typeface="Microsoft Sans Serif"/>
            </a:endParaRPr>
          </a:p>
        </p:txBody>
      </p:sp>
      <p:sp>
        <p:nvSpPr>
          <p:cNvPr id="14" name="object 14">
            <a:extLst>
              <a:ext uri="{FF2B5EF4-FFF2-40B4-BE49-F238E27FC236}">
                <a16:creationId xmlns:a16="http://schemas.microsoft.com/office/drawing/2014/main" id="{0A11B9C5-A47E-DB0E-F4BE-4D8333F2633F}"/>
              </a:ext>
            </a:extLst>
          </p:cNvPr>
          <p:cNvSpPr txBox="1"/>
          <p:nvPr/>
        </p:nvSpPr>
        <p:spPr>
          <a:xfrm>
            <a:off x="10227625" y="6608645"/>
            <a:ext cx="231534" cy="166712"/>
          </a:xfrm>
          <a:prstGeom prst="rect">
            <a:avLst/>
          </a:prstGeom>
        </p:spPr>
        <p:txBody>
          <a:bodyPr vert="horz" wrap="square" lIns="0" tIns="0" rIns="0" bIns="0" rtlCol="0">
            <a:spAutoFit/>
          </a:bodyPr>
          <a:lstStyle/>
          <a:p>
            <a:pPr marL="75503">
              <a:lnSpc>
                <a:spcPts val="1338"/>
              </a:lnSpc>
            </a:pPr>
            <a:fld id="{81D60167-4931-47E6-BA6A-407CBD079E47}" type="slidenum">
              <a:rPr sz="1189" spc="-40" dirty="0">
                <a:latin typeface="Microsoft Sans Serif"/>
                <a:cs typeface="Microsoft Sans Serif"/>
              </a:rPr>
              <a:pPr marL="75503">
                <a:lnSpc>
                  <a:spcPts val="1338"/>
                </a:lnSpc>
              </a:pPr>
              <a:t>5</a:t>
            </a:fld>
            <a:endParaRPr sz="1189">
              <a:latin typeface="Microsoft Sans Serif"/>
              <a:cs typeface="Microsoft Sans Serif"/>
            </a:endParaRPr>
          </a:p>
        </p:txBody>
      </p:sp>
    </p:spTree>
    <p:extLst>
      <p:ext uri="{BB962C8B-B14F-4D97-AF65-F5344CB8AC3E}">
        <p14:creationId xmlns:p14="http://schemas.microsoft.com/office/powerpoint/2010/main" val="3654984854"/>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8195" y="277466"/>
            <a:ext cx="9131836" cy="580659"/>
          </a:xfrm>
          <a:prstGeom prst="rect">
            <a:avLst/>
          </a:prstGeom>
          <a:solidFill>
            <a:srgbClr val="F2F2F2"/>
          </a:solidFill>
        </p:spPr>
        <p:txBody>
          <a:bodyPr vert="horz" wrap="square" lIns="0" tIns="152260" rIns="0" bIns="0" rtlCol="0">
            <a:spAutoFit/>
          </a:bodyPr>
          <a:lstStyle/>
          <a:p>
            <a:pPr marL="213925">
              <a:spcBef>
                <a:spcPts val="1199"/>
              </a:spcBef>
            </a:pPr>
            <a:r>
              <a:rPr sz="2774" spc="218" dirty="0">
                <a:solidFill>
                  <a:schemeClr val="accent1"/>
                </a:solidFill>
                <a:latin typeface="Trebuchet MS"/>
                <a:cs typeface="Trebuchet MS"/>
              </a:rPr>
              <a:t>BAETE</a:t>
            </a:r>
            <a:r>
              <a:rPr sz="2774" spc="50" dirty="0">
                <a:solidFill>
                  <a:schemeClr val="accent1"/>
                </a:solidFill>
                <a:latin typeface="Trebuchet MS"/>
                <a:cs typeface="Trebuchet MS"/>
              </a:rPr>
              <a:t> </a:t>
            </a:r>
            <a:r>
              <a:rPr sz="2774" spc="-59" dirty="0">
                <a:solidFill>
                  <a:schemeClr val="accent1"/>
                </a:solidFill>
                <a:latin typeface="Trebuchet MS"/>
                <a:cs typeface="Trebuchet MS"/>
              </a:rPr>
              <a:t>Program</a:t>
            </a:r>
            <a:r>
              <a:rPr sz="2774" spc="59" dirty="0">
                <a:solidFill>
                  <a:schemeClr val="accent1"/>
                </a:solidFill>
                <a:latin typeface="Trebuchet MS"/>
                <a:cs typeface="Trebuchet MS"/>
              </a:rPr>
              <a:t> </a:t>
            </a:r>
            <a:r>
              <a:rPr sz="2774" spc="-89" dirty="0">
                <a:solidFill>
                  <a:schemeClr val="accent1"/>
                </a:solidFill>
                <a:latin typeface="Trebuchet MS"/>
                <a:cs typeface="Trebuchet MS"/>
              </a:rPr>
              <a:t>Outcomes</a:t>
            </a:r>
            <a:endParaRPr sz="2774" dirty="0">
              <a:solidFill>
                <a:schemeClr val="accent1"/>
              </a:solidFill>
              <a:latin typeface="Trebuchet MS"/>
              <a:cs typeface="Trebuchet MS"/>
            </a:endParaRPr>
          </a:p>
        </p:txBody>
      </p:sp>
      <p:pic>
        <p:nvPicPr>
          <p:cNvPr id="3" name="object 3"/>
          <p:cNvPicPr/>
          <p:nvPr/>
        </p:nvPicPr>
        <p:blipFill>
          <a:blip r:embed="rId2" cstate="print"/>
          <a:stretch>
            <a:fillRect/>
          </a:stretch>
        </p:blipFill>
        <p:spPr>
          <a:xfrm>
            <a:off x="1887854" y="1597039"/>
            <a:ext cx="226332" cy="226332"/>
          </a:xfrm>
          <a:prstGeom prst="rect">
            <a:avLst/>
          </a:prstGeom>
        </p:spPr>
      </p:pic>
      <p:sp>
        <p:nvSpPr>
          <p:cNvPr id="4" name="object 4"/>
          <p:cNvSpPr txBox="1"/>
          <p:nvPr/>
        </p:nvSpPr>
        <p:spPr>
          <a:xfrm>
            <a:off x="1956789" y="1573599"/>
            <a:ext cx="89343" cy="207141"/>
          </a:xfrm>
          <a:prstGeom prst="rect">
            <a:avLst/>
          </a:prstGeom>
        </p:spPr>
        <p:txBody>
          <a:bodyPr vert="horz" wrap="square" lIns="0" tIns="23909" rIns="0" bIns="0" rtlCol="0">
            <a:spAutoFit/>
          </a:bodyPr>
          <a:lstStyle/>
          <a:p>
            <a:pPr marL="25168">
              <a:spcBef>
                <a:spcPts val="188"/>
              </a:spcBef>
            </a:pPr>
            <a:r>
              <a:rPr sz="1189" spc="20" dirty="0">
                <a:solidFill>
                  <a:srgbClr val="FFFFFF"/>
                </a:solidFill>
                <a:latin typeface="Microsoft Sans Serif"/>
                <a:cs typeface="Microsoft Sans Serif"/>
              </a:rPr>
              <a:t>i</a:t>
            </a:r>
            <a:endParaRPr sz="1189">
              <a:latin typeface="Microsoft Sans Serif"/>
              <a:cs typeface="Microsoft Sans Serif"/>
            </a:endParaRPr>
          </a:p>
        </p:txBody>
      </p:sp>
      <p:sp>
        <p:nvSpPr>
          <p:cNvPr id="5" name="object 5"/>
          <p:cNvSpPr txBox="1"/>
          <p:nvPr/>
        </p:nvSpPr>
        <p:spPr>
          <a:xfrm>
            <a:off x="2326666" y="1489806"/>
            <a:ext cx="8054690" cy="4707954"/>
          </a:xfrm>
          <a:prstGeom prst="rect">
            <a:avLst/>
          </a:prstGeom>
        </p:spPr>
        <p:txBody>
          <a:bodyPr vert="horz" wrap="square" lIns="0" tIns="13842" rIns="0" bIns="0" rtlCol="0">
            <a:spAutoFit/>
          </a:bodyPr>
          <a:lstStyle/>
          <a:p>
            <a:pPr marL="25168" marR="294461">
              <a:lnSpc>
                <a:spcPct val="102600"/>
              </a:lnSpc>
              <a:spcBef>
                <a:spcPts val="109"/>
              </a:spcBef>
            </a:pPr>
            <a:r>
              <a:rPr sz="2180" spc="-50" dirty="0">
                <a:latin typeface="Tahoma"/>
                <a:cs typeface="Tahoma"/>
              </a:rPr>
              <a:t>Function</a:t>
            </a:r>
            <a:r>
              <a:rPr sz="2180" spc="40" dirty="0">
                <a:latin typeface="Tahoma"/>
                <a:cs typeface="Tahoma"/>
              </a:rPr>
              <a:t> </a:t>
            </a:r>
            <a:r>
              <a:rPr sz="2180" spc="-79" dirty="0">
                <a:latin typeface="Tahoma"/>
                <a:cs typeface="Tahoma"/>
              </a:rPr>
              <a:t>effectively</a:t>
            </a:r>
            <a:r>
              <a:rPr sz="2180" spc="40" dirty="0">
                <a:latin typeface="Tahoma"/>
                <a:cs typeface="Tahoma"/>
              </a:rPr>
              <a:t> </a:t>
            </a:r>
            <a:r>
              <a:rPr sz="2180" spc="-129" dirty="0">
                <a:latin typeface="Tahoma"/>
                <a:cs typeface="Tahoma"/>
              </a:rPr>
              <a:t>as</a:t>
            </a:r>
            <a:r>
              <a:rPr sz="2180" spc="40" dirty="0">
                <a:latin typeface="Tahoma"/>
                <a:cs typeface="Tahoma"/>
              </a:rPr>
              <a:t> </a:t>
            </a:r>
            <a:r>
              <a:rPr sz="2180" spc="-109" dirty="0">
                <a:latin typeface="Tahoma"/>
                <a:cs typeface="Tahoma"/>
              </a:rPr>
              <a:t>an</a:t>
            </a:r>
            <a:r>
              <a:rPr sz="2180" spc="40" dirty="0">
                <a:latin typeface="Tahoma"/>
                <a:cs typeface="Tahoma"/>
              </a:rPr>
              <a:t> </a:t>
            </a:r>
            <a:r>
              <a:rPr sz="2180" b="1" spc="-89" dirty="0">
                <a:latin typeface="Arial"/>
                <a:cs typeface="Arial"/>
              </a:rPr>
              <a:t>individual</a:t>
            </a:r>
            <a:r>
              <a:rPr sz="2180" spc="-89" dirty="0">
                <a:latin typeface="Tahoma"/>
                <a:cs typeface="Tahoma"/>
              </a:rPr>
              <a:t>,</a:t>
            </a:r>
            <a:r>
              <a:rPr sz="2180" spc="40" dirty="0">
                <a:latin typeface="Tahoma"/>
                <a:cs typeface="Tahoma"/>
              </a:rPr>
              <a:t> </a:t>
            </a:r>
            <a:r>
              <a:rPr sz="2180" spc="-99" dirty="0">
                <a:latin typeface="Tahoma"/>
                <a:cs typeface="Tahoma"/>
              </a:rPr>
              <a:t>and</a:t>
            </a:r>
            <a:r>
              <a:rPr sz="2180" spc="40" dirty="0">
                <a:latin typeface="Tahoma"/>
                <a:cs typeface="Tahoma"/>
              </a:rPr>
              <a:t> </a:t>
            </a:r>
            <a:r>
              <a:rPr sz="2180" spc="-139" dirty="0">
                <a:latin typeface="Tahoma"/>
                <a:cs typeface="Tahoma"/>
              </a:rPr>
              <a:t>as</a:t>
            </a:r>
            <a:r>
              <a:rPr sz="2180" spc="50" dirty="0">
                <a:latin typeface="Tahoma"/>
                <a:cs typeface="Tahoma"/>
              </a:rPr>
              <a:t> </a:t>
            </a:r>
            <a:r>
              <a:rPr sz="2180" spc="-109" dirty="0">
                <a:latin typeface="Tahoma"/>
                <a:cs typeface="Tahoma"/>
              </a:rPr>
              <a:t>a</a:t>
            </a:r>
            <a:r>
              <a:rPr sz="2180" spc="40" dirty="0">
                <a:latin typeface="Tahoma"/>
                <a:cs typeface="Tahoma"/>
              </a:rPr>
              <a:t> </a:t>
            </a:r>
            <a:r>
              <a:rPr sz="2180" spc="-119" dirty="0">
                <a:latin typeface="Tahoma"/>
                <a:cs typeface="Tahoma"/>
              </a:rPr>
              <a:t>member</a:t>
            </a:r>
            <a:r>
              <a:rPr sz="2180" spc="40" dirty="0">
                <a:latin typeface="Tahoma"/>
                <a:cs typeface="Tahoma"/>
              </a:rPr>
              <a:t> </a:t>
            </a:r>
            <a:r>
              <a:rPr sz="2180" spc="-109" dirty="0">
                <a:latin typeface="Tahoma"/>
                <a:cs typeface="Tahoma"/>
              </a:rPr>
              <a:t>or</a:t>
            </a:r>
            <a:r>
              <a:rPr sz="2180" spc="50" dirty="0">
                <a:latin typeface="Tahoma"/>
                <a:cs typeface="Tahoma"/>
              </a:rPr>
              <a:t> </a:t>
            </a:r>
            <a:r>
              <a:rPr sz="2180" spc="-109" dirty="0">
                <a:latin typeface="Tahoma"/>
                <a:cs typeface="Tahoma"/>
              </a:rPr>
              <a:t>leader</a:t>
            </a:r>
            <a:r>
              <a:rPr sz="2180" spc="40" dirty="0">
                <a:latin typeface="Tahoma"/>
                <a:cs typeface="Tahoma"/>
              </a:rPr>
              <a:t> </a:t>
            </a:r>
            <a:r>
              <a:rPr sz="2180" spc="-50" dirty="0">
                <a:latin typeface="Tahoma"/>
                <a:cs typeface="Tahoma"/>
              </a:rPr>
              <a:t>in </a:t>
            </a:r>
            <a:r>
              <a:rPr sz="2180" spc="-654" dirty="0">
                <a:latin typeface="Tahoma"/>
                <a:cs typeface="Tahoma"/>
              </a:rPr>
              <a:t> </a:t>
            </a:r>
            <a:r>
              <a:rPr sz="2180" spc="-109" dirty="0">
                <a:latin typeface="Tahoma"/>
                <a:cs typeface="Tahoma"/>
              </a:rPr>
              <a:t>diverse</a:t>
            </a:r>
            <a:r>
              <a:rPr sz="2180" spc="30" dirty="0">
                <a:latin typeface="Tahoma"/>
                <a:cs typeface="Tahoma"/>
              </a:rPr>
              <a:t> </a:t>
            </a:r>
            <a:r>
              <a:rPr sz="2180" b="1" spc="-89" dirty="0">
                <a:latin typeface="Arial"/>
                <a:cs typeface="Arial"/>
              </a:rPr>
              <a:t>teams</a:t>
            </a:r>
            <a:r>
              <a:rPr sz="2180" b="1" spc="109" dirty="0">
                <a:latin typeface="Arial"/>
                <a:cs typeface="Arial"/>
              </a:rPr>
              <a:t> </a:t>
            </a:r>
            <a:r>
              <a:rPr sz="2180" spc="-99" dirty="0">
                <a:latin typeface="Tahoma"/>
                <a:cs typeface="Tahoma"/>
              </a:rPr>
              <a:t>and</a:t>
            </a:r>
            <a:r>
              <a:rPr sz="2180" spc="40" dirty="0">
                <a:latin typeface="Tahoma"/>
                <a:cs typeface="Tahoma"/>
              </a:rPr>
              <a:t> </a:t>
            </a:r>
            <a:r>
              <a:rPr sz="2180" spc="-50" dirty="0">
                <a:latin typeface="Tahoma"/>
                <a:cs typeface="Tahoma"/>
              </a:rPr>
              <a:t>in</a:t>
            </a:r>
            <a:r>
              <a:rPr sz="2180" spc="50" dirty="0">
                <a:latin typeface="Tahoma"/>
                <a:cs typeface="Tahoma"/>
              </a:rPr>
              <a:t> </a:t>
            </a:r>
            <a:r>
              <a:rPr sz="2180" spc="-59" dirty="0">
                <a:latin typeface="Tahoma"/>
                <a:cs typeface="Tahoma"/>
              </a:rPr>
              <a:t>multi-disciplinary</a:t>
            </a:r>
            <a:r>
              <a:rPr sz="2180" spc="40" dirty="0">
                <a:latin typeface="Tahoma"/>
                <a:cs typeface="Tahoma"/>
              </a:rPr>
              <a:t> </a:t>
            </a:r>
            <a:r>
              <a:rPr sz="2180" spc="-79" dirty="0">
                <a:latin typeface="Tahoma"/>
                <a:cs typeface="Tahoma"/>
              </a:rPr>
              <a:t>settings.</a:t>
            </a:r>
            <a:endParaRPr sz="2180">
              <a:latin typeface="Tahoma"/>
              <a:cs typeface="Tahoma"/>
            </a:endParaRPr>
          </a:p>
          <a:p>
            <a:pPr marL="25168" marR="39010">
              <a:lnSpc>
                <a:spcPct val="102600"/>
              </a:lnSpc>
              <a:spcBef>
                <a:spcPts val="595"/>
              </a:spcBef>
            </a:pPr>
            <a:r>
              <a:rPr sz="2180" b="1" spc="-89" dirty="0">
                <a:latin typeface="Arial"/>
                <a:cs typeface="Arial"/>
              </a:rPr>
              <a:t>Communicate</a:t>
            </a:r>
            <a:r>
              <a:rPr sz="2180" b="1" spc="129" dirty="0">
                <a:latin typeface="Arial"/>
                <a:cs typeface="Arial"/>
              </a:rPr>
              <a:t> </a:t>
            </a:r>
            <a:r>
              <a:rPr sz="2180" spc="-79" dirty="0">
                <a:latin typeface="Tahoma"/>
                <a:cs typeface="Tahoma"/>
              </a:rPr>
              <a:t>effectively</a:t>
            </a:r>
            <a:r>
              <a:rPr sz="2180" spc="50" dirty="0">
                <a:latin typeface="Tahoma"/>
                <a:cs typeface="Tahoma"/>
              </a:rPr>
              <a:t> </a:t>
            </a:r>
            <a:r>
              <a:rPr sz="2180" spc="-109" dirty="0">
                <a:latin typeface="Tahoma"/>
                <a:cs typeface="Tahoma"/>
              </a:rPr>
              <a:t>on</a:t>
            </a:r>
            <a:r>
              <a:rPr sz="2180" spc="50" dirty="0">
                <a:latin typeface="Tahoma"/>
                <a:cs typeface="Tahoma"/>
              </a:rPr>
              <a:t> </a:t>
            </a:r>
            <a:r>
              <a:rPr sz="2180" spc="-89" dirty="0">
                <a:solidFill>
                  <a:srgbClr val="BC1919"/>
                </a:solidFill>
                <a:latin typeface="Tahoma"/>
                <a:cs typeface="Tahoma"/>
              </a:rPr>
              <a:t>complex</a:t>
            </a:r>
            <a:r>
              <a:rPr sz="2180" spc="50" dirty="0">
                <a:solidFill>
                  <a:srgbClr val="BC1919"/>
                </a:solidFill>
                <a:latin typeface="Tahoma"/>
                <a:cs typeface="Tahoma"/>
              </a:rPr>
              <a:t> </a:t>
            </a:r>
            <a:r>
              <a:rPr sz="2180" spc="-109" dirty="0">
                <a:solidFill>
                  <a:srgbClr val="BC1919"/>
                </a:solidFill>
                <a:latin typeface="Tahoma"/>
                <a:cs typeface="Tahoma"/>
              </a:rPr>
              <a:t>engineering</a:t>
            </a:r>
            <a:r>
              <a:rPr sz="2180" spc="50" dirty="0">
                <a:solidFill>
                  <a:srgbClr val="BC1919"/>
                </a:solidFill>
                <a:latin typeface="Tahoma"/>
                <a:cs typeface="Tahoma"/>
              </a:rPr>
              <a:t> </a:t>
            </a:r>
            <a:r>
              <a:rPr sz="2180" spc="-50" dirty="0">
                <a:solidFill>
                  <a:srgbClr val="BC1919"/>
                </a:solidFill>
                <a:latin typeface="Tahoma"/>
                <a:cs typeface="Tahoma"/>
              </a:rPr>
              <a:t>activities</a:t>
            </a:r>
            <a:r>
              <a:rPr sz="2180" spc="59" dirty="0">
                <a:solidFill>
                  <a:srgbClr val="BC1919"/>
                </a:solidFill>
                <a:latin typeface="Tahoma"/>
                <a:cs typeface="Tahoma"/>
              </a:rPr>
              <a:t> </a:t>
            </a:r>
            <a:r>
              <a:rPr sz="2180" spc="-50" dirty="0">
                <a:latin typeface="Tahoma"/>
                <a:cs typeface="Tahoma"/>
              </a:rPr>
              <a:t>with</a:t>
            </a:r>
            <a:r>
              <a:rPr sz="2180" spc="40" dirty="0">
                <a:latin typeface="Tahoma"/>
                <a:cs typeface="Tahoma"/>
              </a:rPr>
              <a:t> </a:t>
            </a:r>
            <a:r>
              <a:rPr sz="2180" spc="-79" dirty="0">
                <a:latin typeface="Tahoma"/>
                <a:cs typeface="Tahoma"/>
              </a:rPr>
              <a:t>the </a:t>
            </a:r>
            <a:r>
              <a:rPr sz="2180" spc="-69" dirty="0">
                <a:latin typeface="Tahoma"/>
                <a:cs typeface="Tahoma"/>
              </a:rPr>
              <a:t> </a:t>
            </a:r>
            <a:r>
              <a:rPr sz="2180" spc="-109" dirty="0">
                <a:latin typeface="Tahoma"/>
                <a:cs typeface="Tahoma"/>
              </a:rPr>
              <a:t>engineering</a:t>
            </a:r>
            <a:r>
              <a:rPr sz="2180" spc="40" dirty="0">
                <a:latin typeface="Tahoma"/>
                <a:cs typeface="Tahoma"/>
              </a:rPr>
              <a:t> </a:t>
            </a:r>
            <a:r>
              <a:rPr sz="2180" spc="-79" dirty="0">
                <a:latin typeface="Tahoma"/>
                <a:cs typeface="Tahoma"/>
              </a:rPr>
              <a:t>community</a:t>
            </a:r>
            <a:r>
              <a:rPr sz="2180" spc="40" dirty="0">
                <a:latin typeface="Tahoma"/>
                <a:cs typeface="Tahoma"/>
              </a:rPr>
              <a:t> </a:t>
            </a:r>
            <a:r>
              <a:rPr sz="2180" spc="-99" dirty="0">
                <a:latin typeface="Tahoma"/>
                <a:cs typeface="Tahoma"/>
              </a:rPr>
              <a:t>and</a:t>
            </a:r>
            <a:r>
              <a:rPr sz="2180" spc="50" dirty="0">
                <a:latin typeface="Tahoma"/>
                <a:cs typeface="Tahoma"/>
              </a:rPr>
              <a:t> </a:t>
            </a:r>
            <a:r>
              <a:rPr sz="2180" spc="-50" dirty="0">
                <a:latin typeface="Tahoma"/>
                <a:cs typeface="Tahoma"/>
              </a:rPr>
              <a:t>with</a:t>
            </a:r>
            <a:r>
              <a:rPr sz="2180" spc="40" dirty="0">
                <a:latin typeface="Tahoma"/>
                <a:cs typeface="Tahoma"/>
              </a:rPr>
              <a:t> </a:t>
            </a:r>
            <a:r>
              <a:rPr sz="2180" spc="-79" dirty="0">
                <a:latin typeface="Tahoma"/>
                <a:cs typeface="Tahoma"/>
              </a:rPr>
              <a:t>society</a:t>
            </a:r>
            <a:r>
              <a:rPr sz="2180" spc="40" dirty="0">
                <a:latin typeface="Tahoma"/>
                <a:cs typeface="Tahoma"/>
              </a:rPr>
              <a:t> </a:t>
            </a:r>
            <a:r>
              <a:rPr sz="2180" spc="-30" dirty="0">
                <a:latin typeface="Tahoma"/>
                <a:cs typeface="Tahoma"/>
              </a:rPr>
              <a:t>at</a:t>
            </a:r>
            <a:r>
              <a:rPr sz="2180" spc="50" dirty="0">
                <a:latin typeface="Tahoma"/>
                <a:cs typeface="Tahoma"/>
              </a:rPr>
              <a:t> </a:t>
            </a:r>
            <a:r>
              <a:rPr sz="2180" spc="-99" dirty="0">
                <a:latin typeface="Tahoma"/>
                <a:cs typeface="Tahoma"/>
              </a:rPr>
              <a:t>large,</a:t>
            </a:r>
            <a:r>
              <a:rPr sz="2180" spc="40" dirty="0">
                <a:latin typeface="Tahoma"/>
                <a:cs typeface="Tahoma"/>
              </a:rPr>
              <a:t> </a:t>
            </a:r>
            <a:r>
              <a:rPr sz="2180" spc="-99" dirty="0">
                <a:latin typeface="Tahoma"/>
                <a:cs typeface="Tahoma"/>
              </a:rPr>
              <a:t>such</a:t>
            </a:r>
            <a:r>
              <a:rPr sz="2180" spc="40" dirty="0">
                <a:latin typeface="Tahoma"/>
                <a:cs typeface="Tahoma"/>
              </a:rPr>
              <a:t> </a:t>
            </a:r>
            <a:r>
              <a:rPr sz="2180" spc="-129" dirty="0">
                <a:latin typeface="Tahoma"/>
                <a:cs typeface="Tahoma"/>
              </a:rPr>
              <a:t>as</a:t>
            </a:r>
            <a:r>
              <a:rPr sz="2180" spc="50" dirty="0">
                <a:latin typeface="Tahoma"/>
                <a:cs typeface="Tahoma"/>
              </a:rPr>
              <a:t> </a:t>
            </a:r>
            <a:r>
              <a:rPr sz="2180" spc="-89" dirty="0">
                <a:latin typeface="Tahoma"/>
                <a:cs typeface="Tahoma"/>
              </a:rPr>
              <a:t>being</a:t>
            </a:r>
            <a:r>
              <a:rPr sz="2180" spc="40" dirty="0">
                <a:latin typeface="Tahoma"/>
                <a:cs typeface="Tahoma"/>
              </a:rPr>
              <a:t> </a:t>
            </a:r>
            <a:r>
              <a:rPr sz="2180" spc="-99" dirty="0">
                <a:latin typeface="Tahoma"/>
                <a:cs typeface="Tahoma"/>
              </a:rPr>
              <a:t>able </a:t>
            </a:r>
            <a:r>
              <a:rPr sz="2180" spc="-89" dirty="0">
                <a:latin typeface="Tahoma"/>
                <a:cs typeface="Tahoma"/>
              </a:rPr>
              <a:t> </a:t>
            </a:r>
            <a:r>
              <a:rPr sz="2180" spc="-30" dirty="0">
                <a:latin typeface="Tahoma"/>
                <a:cs typeface="Tahoma"/>
              </a:rPr>
              <a:t>to</a:t>
            </a:r>
            <a:r>
              <a:rPr sz="2180" spc="30" dirty="0">
                <a:latin typeface="Tahoma"/>
                <a:cs typeface="Tahoma"/>
              </a:rPr>
              <a:t> </a:t>
            </a:r>
            <a:r>
              <a:rPr sz="2180" spc="-119" dirty="0">
                <a:latin typeface="Tahoma"/>
                <a:cs typeface="Tahoma"/>
              </a:rPr>
              <a:t>comprehend</a:t>
            </a:r>
            <a:r>
              <a:rPr sz="2180" spc="50" dirty="0">
                <a:latin typeface="Tahoma"/>
                <a:cs typeface="Tahoma"/>
              </a:rPr>
              <a:t> </a:t>
            </a:r>
            <a:r>
              <a:rPr sz="2180" spc="-99" dirty="0">
                <a:latin typeface="Tahoma"/>
                <a:cs typeface="Tahoma"/>
              </a:rPr>
              <a:t>and</a:t>
            </a:r>
            <a:r>
              <a:rPr sz="2180" spc="50" dirty="0">
                <a:latin typeface="Tahoma"/>
                <a:cs typeface="Tahoma"/>
              </a:rPr>
              <a:t> </a:t>
            </a:r>
            <a:r>
              <a:rPr sz="2180" spc="-69" dirty="0">
                <a:latin typeface="Tahoma"/>
                <a:cs typeface="Tahoma"/>
              </a:rPr>
              <a:t>write</a:t>
            </a:r>
            <a:r>
              <a:rPr sz="2180" spc="50" dirty="0">
                <a:latin typeface="Tahoma"/>
                <a:cs typeface="Tahoma"/>
              </a:rPr>
              <a:t> </a:t>
            </a:r>
            <a:r>
              <a:rPr sz="2180" spc="-89" dirty="0">
                <a:latin typeface="Tahoma"/>
                <a:cs typeface="Tahoma"/>
              </a:rPr>
              <a:t>effective</a:t>
            </a:r>
            <a:r>
              <a:rPr sz="2180" spc="50" dirty="0">
                <a:latin typeface="Tahoma"/>
                <a:cs typeface="Tahoma"/>
              </a:rPr>
              <a:t> </a:t>
            </a:r>
            <a:r>
              <a:rPr sz="2180" spc="-89" dirty="0">
                <a:latin typeface="Tahoma"/>
                <a:cs typeface="Tahoma"/>
              </a:rPr>
              <a:t>reports</a:t>
            </a:r>
            <a:r>
              <a:rPr sz="2180" spc="50" dirty="0">
                <a:latin typeface="Tahoma"/>
                <a:cs typeface="Tahoma"/>
              </a:rPr>
              <a:t> </a:t>
            </a:r>
            <a:r>
              <a:rPr sz="2180" spc="-99" dirty="0">
                <a:latin typeface="Tahoma"/>
                <a:cs typeface="Tahoma"/>
              </a:rPr>
              <a:t>and</a:t>
            </a:r>
            <a:r>
              <a:rPr sz="2180" spc="40" dirty="0">
                <a:latin typeface="Tahoma"/>
                <a:cs typeface="Tahoma"/>
              </a:rPr>
              <a:t> </a:t>
            </a:r>
            <a:r>
              <a:rPr sz="2180" spc="-109" dirty="0">
                <a:latin typeface="Tahoma"/>
                <a:cs typeface="Tahoma"/>
              </a:rPr>
              <a:t>design</a:t>
            </a:r>
            <a:r>
              <a:rPr sz="2180" spc="50" dirty="0">
                <a:latin typeface="Tahoma"/>
                <a:cs typeface="Tahoma"/>
              </a:rPr>
              <a:t> </a:t>
            </a:r>
            <a:r>
              <a:rPr sz="2180" spc="-69" dirty="0">
                <a:latin typeface="Tahoma"/>
                <a:cs typeface="Tahoma"/>
              </a:rPr>
              <a:t>documentation, </a:t>
            </a:r>
            <a:r>
              <a:rPr sz="2180" spc="-654" dirty="0">
                <a:latin typeface="Tahoma"/>
                <a:cs typeface="Tahoma"/>
              </a:rPr>
              <a:t> </a:t>
            </a:r>
            <a:r>
              <a:rPr sz="2180" spc="-129" dirty="0">
                <a:latin typeface="Tahoma"/>
                <a:cs typeface="Tahoma"/>
              </a:rPr>
              <a:t>make</a:t>
            </a:r>
            <a:r>
              <a:rPr sz="2180" spc="40" dirty="0">
                <a:latin typeface="Tahoma"/>
                <a:cs typeface="Tahoma"/>
              </a:rPr>
              <a:t> </a:t>
            </a:r>
            <a:r>
              <a:rPr sz="2180" spc="-89" dirty="0">
                <a:latin typeface="Tahoma"/>
                <a:cs typeface="Tahoma"/>
              </a:rPr>
              <a:t>effective</a:t>
            </a:r>
            <a:r>
              <a:rPr sz="2180" spc="40" dirty="0">
                <a:latin typeface="Tahoma"/>
                <a:cs typeface="Tahoma"/>
              </a:rPr>
              <a:t> </a:t>
            </a:r>
            <a:r>
              <a:rPr sz="2180" spc="-89" dirty="0">
                <a:latin typeface="Tahoma"/>
                <a:cs typeface="Tahoma"/>
              </a:rPr>
              <a:t>presentations,</a:t>
            </a:r>
            <a:r>
              <a:rPr sz="2180" spc="40" dirty="0">
                <a:latin typeface="Tahoma"/>
                <a:cs typeface="Tahoma"/>
              </a:rPr>
              <a:t> </a:t>
            </a:r>
            <a:r>
              <a:rPr sz="2180" spc="-99" dirty="0">
                <a:latin typeface="Tahoma"/>
                <a:cs typeface="Tahoma"/>
              </a:rPr>
              <a:t>and</a:t>
            </a:r>
            <a:r>
              <a:rPr sz="2180" spc="40" dirty="0">
                <a:latin typeface="Tahoma"/>
                <a:cs typeface="Tahoma"/>
              </a:rPr>
              <a:t> </a:t>
            </a:r>
            <a:r>
              <a:rPr sz="2180" spc="-99" dirty="0">
                <a:latin typeface="Tahoma"/>
                <a:cs typeface="Tahoma"/>
              </a:rPr>
              <a:t>give</a:t>
            </a:r>
            <a:r>
              <a:rPr sz="2180" spc="30" dirty="0">
                <a:latin typeface="Tahoma"/>
                <a:cs typeface="Tahoma"/>
              </a:rPr>
              <a:t> </a:t>
            </a:r>
            <a:r>
              <a:rPr sz="2180" spc="-99" dirty="0">
                <a:latin typeface="Tahoma"/>
                <a:cs typeface="Tahoma"/>
              </a:rPr>
              <a:t>and</a:t>
            </a:r>
            <a:r>
              <a:rPr sz="2180" spc="40" dirty="0">
                <a:latin typeface="Tahoma"/>
                <a:cs typeface="Tahoma"/>
              </a:rPr>
              <a:t> </a:t>
            </a:r>
            <a:r>
              <a:rPr sz="2180" spc="-109" dirty="0">
                <a:latin typeface="Tahoma"/>
                <a:cs typeface="Tahoma"/>
              </a:rPr>
              <a:t>receive</a:t>
            </a:r>
            <a:r>
              <a:rPr sz="2180" spc="40" dirty="0">
                <a:latin typeface="Tahoma"/>
                <a:cs typeface="Tahoma"/>
              </a:rPr>
              <a:t> </a:t>
            </a:r>
            <a:r>
              <a:rPr sz="2180" spc="-89" dirty="0">
                <a:latin typeface="Tahoma"/>
                <a:cs typeface="Tahoma"/>
              </a:rPr>
              <a:t>clear</a:t>
            </a:r>
            <a:r>
              <a:rPr sz="2180" spc="40" dirty="0">
                <a:latin typeface="Tahoma"/>
                <a:cs typeface="Tahoma"/>
              </a:rPr>
              <a:t> </a:t>
            </a:r>
            <a:r>
              <a:rPr sz="2180" spc="-59" dirty="0">
                <a:latin typeface="Tahoma"/>
                <a:cs typeface="Tahoma"/>
              </a:rPr>
              <a:t>instructions.</a:t>
            </a:r>
            <a:endParaRPr sz="2180">
              <a:latin typeface="Tahoma"/>
              <a:cs typeface="Tahoma"/>
            </a:endParaRPr>
          </a:p>
          <a:p>
            <a:pPr marL="25168" marR="614089">
              <a:lnSpc>
                <a:spcPct val="102600"/>
              </a:lnSpc>
              <a:spcBef>
                <a:spcPts val="595"/>
              </a:spcBef>
            </a:pPr>
            <a:r>
              <a:rPr sz="2180" spc="-79" dirty="0">
                <a:latin typeface="Tahoma"/>
                <a:cs typeface="Tahoma"/>
              </a:rPr>
              <a:t>Demonstrate</a:t>
            </a:r>
            <a:r>
              <a:rPr sz="2180" spc="30" dirty="0">
                <a:latin typeface="Tahoma"/>
                <a:cs typeface="Tahoma"/>
              </a:rPr>
              <a:t> </a:t>
            </a:r>
            <a:r>
              <a:rPr sz="2180" spc="-119" dirty="0">
                <a:latin typeface="Tahoma"/>
                <a:cs typeface="Tahoma"/>
              </a:rPr>
              <a:t>knowledge</a:t>
            </a:r>
            <a:r>
              <a:rPr sz="2180" spc="30" dirty="0">
                <a:latin typeface="Tahoma"/>
                <a:cs typeface="Tahoma"/>
              </a:rPr>
              <a:t> </a:t>
            </a:r>
            <a:r>
              <a:rPr sz="2180" spc="-99" dirty="0">
                <a:latin typeface="Tahoma"/>
                <a:cs typeface="Tahoma"/>
              </a:rPr>
              <a:t>and</a:t>
            </a:r>
            <a:r>
              <a:rPr sz="2180" spc="40" dirty="0">
                <a:latin typeface="Tahoma"/>
                <a:cs typeface="Tahoma"/>
              </a:rPr>
              <a:t> </a:t>
            </a:r>
            <a:r>
              <a:rPr sz="2180" spc="-89" dirty="0">
                <a:latin typeface="Tahoma"/>
                <a:cs typeface="Tahoma"/>
              </a:rPr>
              <a:t>understanding</a:t>
            </a:r>
            <a:r>
              <a:rPr sz="2180" spc="50" dirty="0">
                <a:latin typeface="Tahoma"/>
                <a:cs typeface="Tahoma"/>
              </a:rPr>
              <a:t> </a:t>
            </a:r>
            <a:r>
              <a:rPr sz="2180" spc="-69" dirty="0">
                <a:latin typeface="Tahoma"/>
                <a:cs typeface="Tahoma"/>
              </a:rPr>
              <a:t>of</a:t>
            </a:r>
            <a:r>
              <a:rPr sz="2180" spc="40" dirty="0">
                <a:latin typeface="Tahoma"/>
                <a:cs typeface="Tahoma"/>
              </a:rPr>
              <a:t> </a:t>
            </a:r>
            <a:r>
              <a:rPr sz="2180" spc="-109" dirty="0">
                <a:latin typeface="Tahoma"/>
                <a:cs typeface="Tahoma"/>
              </a:rPr>
              <a:t>engineering </a:t>
            </a:r>
            <a:r>
              <a:rPr sz="2180" spc="-99" dirty="0">
                <a:latin typeface="Tahoma"/>
                <a:cs typeface="Tahoma"/>
              </a:rPr>
              <a:t> </a:t>
            </a:r>
            <a:r>
              <a:rPr sz="2180" spc="-109" dirty="0">
                <a:latin typeface="Tahoma"/>
                <a:cs typeface="Tahoma"/>
              </a:rPr>
              <a:t>management</a:t>
            </a:r>
            <a:r>
              <a:rPr sz="2180" spc="30" dirty="0">
                <a:latin typeface="Tahoma"/>
                <a:cs typeface="Tahoma"/>
              </a:rPr>
              <a:t> </a:t>
            </a:r>
            <a:r>
              <a:rPr sz="2180" spc="-79" dirty="0">
                <a:latin typeface="Tahoma"/>
                <a:cs typeface="Tahoma"/>
              </a:rPr>
              <a:t>principles</a:t>
            </a:r>
            <a:r>
              <a:rPr sz="2180" spc="40" dirty="0">
                <a:latin typeface="Tahoma"/>
                <a:cs typeface="Tahoma"/>
              </a:rPr>
              <a:t> </a:t>
            </a:r>
            <a:r>
              <a:rPr sz="2180" spc="-99" dirty="0">
                <a:latin typeface="Tahoma"/>
                <a:cs typeface="Tahoma"/>
              </a:rPr>
              <a:t>and</a:t>
            </a:r>
            <a:r>
              <a:rPr sz="2180" spc="30" dirty="0">
                <a:latin typeface="Tahoma"/>
                <a:cs typeface="Tahoma"/>
              </a:rPr>
              <a:t> </a:t>
            </a:r>
            <a:r>
              <a:rPr sz="2180" spc="-89" dirty="0">
                <a:latin typeface="Tahoma"/>
                <a:cs typeface="Tahoma"/>
              </a:rPr>
              <a:t>economic</a:t>
            </a:r>
            <a:r>
              <a:rPr sz="2180" spc="40" dirty="0">
                <a:latin typeface="Tahoma"/>
                <a:cs typeface="Tahoma"/>
              </a:rPr>
              <a:t> </a:t>
            </a:r>
            <a:r>
              <a:rPr sz="2180" spc="-79" dirty="0">
                <a:latin typeface="Tahoma"/>
                <a:cs typeface="Tahoma"/>
              </a:rPr>
              <a:t>decision-making</a:t>
            </a:r>
            <a:r>
              <a:rPr sz="2180" spc="30" dirty="0">
                <a:latin typeface="Tahoma"/>
                <a:cs typeface="Tahoma"/>
              </a:rPr>
              <a:t> </a:t>
            </a:r>
            <a:r>
              <a:rPr sz="2180" spc="-99" dirty="0">
                <a:latin typeface="Tahoma"/>
                <a:cs typeface="Tahoma"/>
              </a:rPr>
              <a:t>and</a:t>
            </a:r>
            <a:r>
              <a:rPr sz="2180" spc="40" dirty="0">
                <a:latin typeface="Tahoma"/>
                <a:cs typeface="Tahoma"/>
              </a:rPr>
              <a:t> </a:t>
            </a:r>
            <a:r>
              <a:rPr sz="2180" spc="-79" dirty="0">
                <a:latin typeface="Tahoma"/>
                <a:cs typeface="Tahoma"/>
              </a:rPr>
              <a:t>apply </a:t>
            </a:r>
            <a:r>
              <a:rPr sz="2180" spc="-654" dirty="0">
                <a:latin typeface="Tahoma"/>
                <a:cs typeface="Tahoma"/>
              </a:rPr>
              <a:t> </a:t>
            </a:r>
            <a:r>
              <a:rPr sz="2180" spc="-119" dirty="0">
                <a:latin typeface="Tahoma"/>
                <a:cs typeface="Tahoma"/>
              </a:rPr>
              <a:t>these</a:t>
            </a:r>
            <a:r>
              <a:rPr sz="2180" spc="30" dirty="0">
                <a:latin typeface="Tahoma"/>
                <a:cs typeface="Tahoma"/>
              </a:rPr>
              <a:t> </a:t>
            </a:r>
            <a:r>
              <a:rPr sz="2180" spc="-30" dirty="0">
                <a:latin typeface="Tahoma"/>
                <a:cs typeface="Tahoma"/>
              </a:rPr>
              <a:t>to</a:t>
            </a:r>
            <a:r>
              <a:rPr sz="2180" spc="40" dirty="0">
                <a:latin typeface="Tahoma"/>
                <a:cs typeface="Tahoma"/>
              </a:rPr>
              <a:t> </a:t>
            </a:r>
            <a:r>
              <a:rPr sz="2180" spc="-79" dirty="0">
                <a:latin typeface="Tahoma"/>
                <a:cs typeface="Tahoma"/>
              </a:rPr>
              <a:t>one’s</a:t>
            </a:r>
            <a:r>
              <a:rPr sz="2180" spc="30" dirty="0">
                <a:latin typeface="Tahoma"/>
                <a:cs typeface="Tahoma"/>
              </a:rPr>
              <a:t> </a:t>
            </a:r>
            <a:r>
              <a:rPr sz="2180" spc="-139" dirty="0">
                <a:latin typeface="Tahoma"/>
                <a:cs typeface="Tahoma"/>
              </a:rPr>
              <a:t>own</a:t>
            </a:r>
            <a:r>
              <a:rPr sz="2180" spc="40" dirty="0">
                <a:latin typeface="Tahoma"/>
                <a:cs typeface="Tahoma"/>
              </a:rPr>
              <a:t> </a:t>
            </a:r>
            <a:r>
              <a:rPr sz="2180" spc="-109" dirty="0">
                <a:latin typeface="Tahoma"/>
                <a:cs typeface="Tahoma"/>
              </a:rPr>
              <a:t>work,</a:t>
            </a:r>
            <a:r>
              <a:rPr sz="2180" spc="40" dirty="0">
                <a:latin typeface="Tahoma"/>
                <a:cs typeface="Tahoma"/>
              </a:rPr>
              <a:t> </a:t>
            </a:r>
            <a:r>
              <a:rPr sz="2180" spc="-129" dirty="0">
                <a:latin typeface="Tahoma"/>
                <a:cs typeface="Tahoma"/>
              </a:rPr>
              <a:t>as</a:t>
            </a:r>
            <a:r>
              <a:rPr sz="2180" spc="40" dirty="0">
                <a:latin typeface="Tahoma"/>
                <a:cs typeface="Tahoma"/>
              </a:rPr>
              <a:t> </a:t>
            </a:r>
            <a:r>
              <a:rPr sz="2180" spc="-109" dirty="0">
                <a:latin typeface="Tahoma"/>
                <a:cs typeface="Tahoma"/>
              </a:rPr>
              <a:t>a</a:t>
            </a:r>
            <a:r>
              <a:rPr sz="2180" spc="40" dirty="0">
                <a:latin typeface="Tahoma"/>
                <a:cs typeface="Tahoma"/>
              </a:rPr>
              <a:t> </a:t>
            </a:r>
            <a:r>
              <a:rPr sz="2180" spc="-119" dirty="0">
                <a:latin typeface="Tahoma"/>
                <a:cs typeface="Tahoma"/>
              </a:rPr>
              <a:t>member</a:t>
            </a:r>
            <a:r>
              <a:rPr sz="2180" spc="40" dirty="0">
                <a:latin typeface="Tahoma"/>
                <a:cs typeface="Tahoma"/>
              </a:rPr>
              <a:t> </a:t>
            </a:r>
            <a:r>
              <a:rPr sz="2180" spc="-99" dirty="0">
                <a:latin typeface="Tahoma"/>
                <a:cs typeface="Tahoma"/>
              </a:rPr>
              <a:t>and</a:t>
            </a:r>
            <a:r>
              <a:rPr sz="2180" spc="40" dirty="0">
                <a:latin typeface="Tahoma"/>
                <a:cs typeface="Tahoma"/>
              </a:rPr>
              <a:t> </a:t>
            </a:r>
            <a:r>
              <a:rPr sz="2180" spc="-109" dirty="0">
                <a:latin typeface="Tahoma"/>
                <a:cs typeface="Tahoma"/>
              </a:rPr>
              <a:t>leader</a:t>
            </a:r>
            <a:r>
              <a:rPr sz="2180" spc="40" dirty="0">
                <a:latin typeface="Tahoma"/>
                <a:cs typeface="Tahoma"/>
              </a:rPr>
              <a:t> </a:t>
            </a:r>
            <a:r>
              <a:rPr sz="2180" spc="-50" dirty="0">
                <a:latin typeface="Tahoma"/>
                <a:cs typeface="Tahoma"/>
              </a:rPr>
              <a:t>in</a:t>
            </a:r>
            <a:r>
              <a:rPr sz="2180" spc="40" dirty="0">
                <a:latin typeface="Tahoma"/>
                <a:cs typeface="Tahoma"/>
              </a:rPr>
              <a:t> </a:t>
            </a:r>
            <a:r>
              <a:rPr sz="2180" spc="-109" dirty="0">
                <a:latin typeface="Tahoma"/>
                <a:cs typeface="Tahoma"/>
              </a:rPr>
              <a:t>a</a:t>
            </a:r>
            <a:r>
              <a:rPr sz="2180" spc="40" dirty="0">
                <a:latin typeface="Tahoma"/>
                <a:cs typeface="Tahoma"/>
              </a:rPr>
              <a:t> </a:t>
            </a:r>
            <a:r>
              <a:rPr sz="2180" spc="-89" dirty="0">
                <a:latin typeface="Tahoma"/>
                <a:cs typeface="Tahoma"/>
              </a:rPr>
              <a:t>team,</a:t>
            </a:r>
            <a:r>
              <a:rPr sz="2180" spc="40" dirty="0">
                <a:latin typeface="Tahoma"/>
                <a:cs typeface="Tahoma"/>
              </a:rPr>
              <a:t> </a:t>
            </a:r>
            <a:r>
              <a:rPr sz="2180" spc="-30" dirty="0">
                <a:latin typeface="Tahoma"/>
                <a:cs typeface="Tahoma"/>
              </a:rPr>
              <a:t>to </a:t>
            </a:r>
            <a:r>
              <a:rPr sz="2180" spc="-20" dirty="0">
                <a:latin typeface="Tahoma"/>
                <a:cs typeface="Tahoma"/>
              </a:rPr>
              <a:t> </a:t>
            </a:r>
            <a:r>
              <a:rPr sz="2180" b="1" spc="-99" dirty="0">
                <a:latin typeface="Arial"/>
                <a:cs typeface="Arial"/>
              </a:rPr>
              <a:t>manage</a:t>
            </a:r>
            <a:r>
              <a:rPr sz="2180" b="1" spc="188" dirty="0">
                <a:latin typeface="Arial"/>
                <a:cs typeface="Arial"/>
              </a:rPr>
              <a:t> </a:t>
            </a:r>
            <a:r>
              <a:rPr sz="2180" b="1" spc="-99" dirty="0">
                <a:latin typeface="Arial"/>
                <a:cs typeface="Arial"/>
              </a:rPr>
              <a:t>projects</a:t>
            </a:r>
            <a:r>
              <a:rPr sz="2180" b="1" spc="119" dirty="0">
                <a:latin typeface="Arial"/>
                <a:cs typeface="Arial"/>
              </a:rPr>
              <a:t> </a:t>
            </a:r>
            <a:r>
              <a:rPr sz="2180" spc="-99" dirty="0">
                <a:latin typeface="Tahoma"/>
                <a:cs typeface="Tahoma"/>
              </a:rPr>
              <a:t>and</a:t>
            </a:r>
            <a:r>
              <a:rPr sz="2180" spc="50" dirty="0">
                <a:latin typeface="Tahoma"/>
                <a:cs typeface="Tahoma"/>
              </a:rPr>
              <a:t> </a:t>
            </a:r>
            <a:r>
              <a:rPr sz="2180" spc="-50" dirty="0">
                <a:latin typeface="Tahoma"/>
                <a:cs typeface="Tahoma"/>
              </a:rPr>
              <a:t>in</a:t>
            </a:r>
            <a:r>
              <a:rPr sz="2180" spc="40" dirty="0">
                <a:latin typeface="Tahoma"/>
                <a:cs typeface="Tahoma"/>
              </a:rPr>
              <a:t> </a:t>
            </a:r>
            <a:r>
              <a:rPr sz="2180" spc="-59" dirty="0">
                <a:latin typeface="Tahoma"/>
                <a:cs typeface="Tahoma"/>
              </a:rPr>
              <a:t>multidisciplinary</a:t>
            </a:r>
            <a:r>
              <a:rPr sz="2180" spc="50" dirty="0">
                <a:latin typeface="Tahoma"/>
                <a:cs typeface="Tahoma"/>
              </a:rPr>
              <a:t> </a:t>
            </a:r>
            <a:r>
              <a:rPr sz="2180" spc="-99" dirty="0">
                <a:latin typeface="Tahoma"/>
                <a:cs typeface="Tahoma"/>
              </a:rPr>
              <a:t>environments.</a:t>
            </a:r>
            <a:endParaRPr sz="2180">
              <a:latin typeface="Tahoma"/>
              <a:cs typeface="Tahoma"/>
            </a:endParaRPr>
          </a:p>
          <a:p>
            <a:pPr marL="25168" marR="10067">
              <a:lnSpc>
                <a:spcPct val="102600"/>
              </a:lnSpc>
              <a:spcBef>
                <a:spcPts val="595"/>
              </a:spcBef>
            </a:pPr>
            <a:r>
              <a:rPr sz="2180" spc="-89" dirty="0">
                <a:latin typeface="Tahoma"/>
                <a:cs typeface="Tahoma"/>
              </a:rPr>
              <a:t>Recognize</a:t>
            </a:r>
            <a:r>
              <a:rPr sz="2180" spc="40" dirty="0">
                <a:latin typeface="Tahoma"/>
                <a:cs typeface="Tahoma"/>
              </a:rPr>
              <a:t> </a:t>
            </a:r>
            <a:r>
              <a:rPr sz="2180" spc="-89" dirty="0">
                <a:latin typeface="Tahoma"/>
                <a:cs typeface="Tahoma"/>
              </a:rPr>
              <a:t>the</a:t>
            </a:r>
            <a:r>
              <a:rPr sz="2180" spc="40" dirty="0">
                <a:latin typeface="Tahoma"/>
                <a:cs typeface="Tahoma"/>
              </a:rPr>
              <a:t> </a:t>
            </a:r>
            <a:r>
              <a:rPr sz="2180" spc="-149" dirty="0">
                <a:latin typeface="Tahoma"/>
                <a:cs typeface="Tahoma"/>
              </a:rPr>
              <a:t>need</a:t>
            </a:r>
            <a:r>
              <a:rPr sz="2180" spc="50" dirty="0">
                <a:latin typeface="Tahoma"/>
                <a:cs typeface="Tahoma"/>
              </a:rPr>
              <a:t> </a:t>
            </a:r>
            <a:r>
              <a:rPr sz="2180" spc="-79" dirty="0">
                <a:latin typeface="Tahoma"/>
                <a:cs typeface="Tahoma"/>
              </a:rPr>
              <a:t>for,</a:t>
            </a:r>
            <a:r>
              <a:rPr sz="2180" spc="40" dirty="0">
                <a:latin typeface="Tahoma"/>
                <a:cs typeface="Tahoma"/>
              </a:rPr>
              <a:t> </a:t>
            </a:r>
            <a:r>
              <a:rPr sz="2180" spc="-99" dirty="0">
                <a:latin typeface="Tahoma"/>
                <a:cs typeface="Tahoma"/>
              </a:rPr>
              <a:t>and</a:t>
            </a:r>
            <a:r>
              <a:rPr sz="2180" spc="50" dirty="0">
                <a:latin typeface="Tahoma"/>
                <a:cs typeface="Tahoma"/>
              </a:rPr>
              <a:t> </a:t>
            </a:r>
            <a:r>
              <a:rPr sz="2180" spc="-129" dirty="0">
                <a:latin typeface="Tahoma"/>
                <a:cs typeface="Tahoma"/>
              </a:rPr>
              <a:t>have</a:t>
            </a:r>
            <a:r>
              <a:rPr sz="2180" spc="40" dirty="0">
                <a:latin typeface="Tahoma"/>
                <a:cs typeface="Tahoma"/>
              </a:rPr>
              <a:t> </a:t>
            </a:r>
            <a:r>
              <a:rPr sz="2180" spc="-79" dirty="0">
                <a:latin typeface="Tahoma"/>
                <a:cs typeface="Tahoma"/>
              </a:rPr>
              <a:t>the</a:t>
            </a:r>
            <a:r>
              <a:rPr sz="2180" spc="40" dirty="0">
                <a:latin typeface="Tahoma"/>
                <a:cs typeface="Tahoma"/>
              </a:rPr>
              <a:t> </a:t>
            </a:r>
            <a:r>
              <a:rPr sz="2180" spc="-89" dirty="0">
                <a:latin typeface="Tahoma"/>
                <a:cs typeface="Tahoma"/>
              </a:rPr>
              <a:t>preparation</a:t>
            </a:r>
            <a:r>
              <a:rPr sz="2180" spc="50" dirty="0">
                <a:latin typeface="Tahoma"/>
                <a:cs typeface="Tahoma"/>
              </a:rPr>
              <a:t> </a:t>
            </a:r>
            <a:r>
              <a:rPr sz="2180" spc="-99" dirty="0">
                <a:latin typeface="Tahoma"/>
                <a:cs typeface="Tahoma"/>
              </a:rPr>
              <a:t>and</a:t>
            </a:r>
            <a:r>
              <a:rPr sz="2180" spc="40" dirty="0">
                <a:latin typeface="Tahoma"/>
                <a:cs typeface="Tahoma"/>
              </a:rPr>
              <a:t> </a:t>
            </a:r>
            <a:r>
              <a:rPr sz="2180" spc="-40" dirty="0">
                <a:latin typeface="Tahoma"/>
                <a:cs typeface="Tahoma"/>
              </a:rPr>
              <a:t>ability</a:t>
            </a:r>
            <a:r>
              <a:rPr sz="2180" spc="40" dirty="0">
                <a:latin typeface="Tahoma"/>
                <a:cs typeface="Tahoma"/>
              </a:rPr>
              <a:t> </a:t>
            </a:r>
            <a:r>
              <a:rPr sz="2180" spc="-30" dirty="0">
                <a:latin typeface="Tahoma"/>
                <a:cs typeface="Tahoma"/>
              </a:rPr>
              <a:t>to </a:t>
            </a:r>
            <a:r>
              <a:rPr sz="2180" spc="-20" dirty="0">
                <a:latin typeface="Tahoma"/>
                <a:cs typeface="Tahoma"/>
              </a:rPr>
              <a:t> </a:t>
            </a:r>
            <a:r>
              <a:rPr sz="2180" spc="-139" dirty="0">
                <a:latin typeface="Tahoma"/>
                <a:cs typeface="Tahoma"/>
              </a:rPr>
              <a:t>engage</a:t>
            </a:r>
            <a:r>
              <a:rPr sz="2180" spc="40" dirty="0">
                <a:latin typeface="Tahoma"/>
                <a:cs typeface="Tahoma"/>
              </a:rPr>
              <a:t> </a:t>
            </a:r>
            <a:r>
              <a:rPr sz="2180" spc="-50" dirty="0">
                <a:latin typeface="Tahoma"/>
                <a:cs typeface="Tahoma"/>
              </a:rPr>
              <a:t>in</a:t>
            </a:r>
            <a:r>
              <a:rPr sz="2180" spc="40" dirty="0">
                <a:latin typeface="Tahoma"/>
                <a:cs typeface="Tahoma"/>
              </a:rPr>
              <a:t> </a:t>
            </a:r>
            <a:r>
              <a:rPr sz="2180" spc="-99" dirty="0">
                <a:latin typeface="Tahoma"/>
                <a:cs typeface="Tahoma"/>
              </a:rPr>
              <a:t>independent</a:t>
            </a:r>
            <a:r>
              <a:rPr sz="2180" spc="50" dirty="0">
                <a:latin typeface="Tahoma"/>
                <a:cs typeface="Tahoma"/>
              </a:rPr>
              <a:t> </a:t>
            </a:r>
            <a:r>
              <a:rPr sz="2180" spc="-99" dirty="0">
                <a:latin typeface="Tahoma"/>
                <a:cs typeface="Tahoma"/>
              </a:rPr>
              <a:t>and</a:t>
            </a:r>
            <a:r>
              <a:rPr sz="2180" spc="30" dirty="0">
                <a:latin typeface="Tahoma"/>
                <a:cs typeface="Tahoma"/>
              </a:rPr>
              <a:t> </a:t>
            </a:r>
            <a:r>
              <a:rPr sz="2180" b="1" spc="-69" dirty="0">
                <a:latin typeface="Arial"/>
                <a:cs typeface="Arial"/>
              </a:rPr>
              <a:t>life-long</a:t>
            </a:r>
            <a:r>
              <a:rPr sz="2180" b="1" spc="188" dirty="0">
                <a:latin typeface="Arial"/>
                <a:cs typeface="Arial"/>
              </a:rPr>
              <a:t> </a:t>
            </a:r>
            <a:r>
              <a:rPr sz="2180" b="1" spc="-109" dirty="0">
                <a:latin typeface="Arial"/>
                <a:cs typeface="Arial"/>
              </a:rPr>
              <a:t>learning</a:t>
            </a:r>
            <a:r>
              <a:rPr sz="2180" b="1" spc="149" dirty="0">
                <a:latin typeface="Arial"/>
                <a:cs typeface="Arial"/>
              </a:rPr>
              <a:t> </a:t>
            </a:r>
            <a:r>
              <a:rPr sz="2180" spc="-50" dirty="0">
                <a:latin typeface="Tahoma"/>
                <a:cs typeface="Tahoma"/>
              </a:rPr>
              <a:t>in</a:t>
            </a:r>
            <a:r>
              <a:rPr sz="2180" spc="40" dirty="0">
                <a:latin typeface="Tahoma"/>
                <a:cs typeface="Tahoma"/>
              </a:rPr>
              <a:t> </a:t>
            </a:r>
            <a:r>
              <a:rPr sz="2180" spc="-79" dirty="0">
                <a:latin typeface="Tahoma"/>
                <a:cs typeface="Tahoma"/>
              </a:rPr>
              <a:t>the</a:t>
            </a:r>
            <a:r>
              <a:rPr sz="2180" spc="40" dirty="0">
                <a:latin typeface="Tahoma"/>
                <a:cs typeface="Tahoma"/>
              </a:rPr>
              <a:t> </a:t>
            </a:r>
            <a:r>
              <a:rPr sz="2180" spc="-99" dirty="0">
                <a:latin typeface="Tahoma"/>
                <a:cs typeface="Tahoma"/>
              </a:rPr>
              <a:t>broadest</a:t>
            </a:r>
            <a:r>
              <a:rPr sz="2180" spc="50" dirty="0">
                <a:latin typeface="Tahoma"/>
                <a:cs typeface="Tahoma"/>
              </a:rPr>
              <a:t> </a:t>
            </a:r>
            <a:r>
              <a:rPr sz="2180" spc="-59" dirty="0">
                <a:latin typeface="Tahoma"/>
                <a:cs typeface="Tahoma"/>
              </a:rPr>
              <a:t>context </a:t>
            </a:r>
            <a:r>
              <a:rPr sz="2180" spc="-654" dirty="0">
                <a:latin typeface="Tahoma"/>
                <a:cs typeface="Tahoma"/>
              </a:rPr>
              <a:t> </a:t>
            </a:r>
            <a:r>
              <a:rPr sz="2180" spc="-69" dirty="0">
                <a:latin typeface="Tahoma"/>
                <a:cs typeface="Tahoma"/>
              </a:rPr>
              <a:t>of</a:t>
            </a:r>
            <a:r>
              <a:rPr sz="2180" spc="20" dirty="0">
                <a:latin typeface="Tahoma"/>
                <a:cs typeface="Tahoma"/>
              </a:rPr>
              <a:t> </a:t>
            </a:r>
            <a:r>
              <a:rPr sz="2180" spc="-69" dirty="0">
                <a:latin typeface="Tahoma"/>
                <a:cs typeface="Tahoma"/>
              </a:rPr>
              <a:t>technological</a:t>
            </a:r>
            <a:r>
              <a:rPr sz="2180" spc="40" dirty="0">
                <a:latin typeface="Tahoma"/>
                <a:cs typeface="Tahoma"/>
              </a:rPr>
              <a:t> </a:t>
            </a:r>
            <a:r>
              <a:rPr sz="2180" spc="-109" dirty="0">
                <a:latin typeface="Tahoma"/>
                <a:cs typeface="Tahoma"/>
              </a:rPr>
              <a:t>change.</a:t>
            </a:r>
            <a:endParaRPr sz="2180">
              <a:latin typeface="Tahoma"/>
              <a:cs typeface="Tahoma"/>
            </a:endParaRPr>
          </a:p>
        </p:txBody>
      </p:sp>
      <p:pic>
        <p:nvPicPr>
          <p:cNvPr id="6" name="object 6"/>
          <p:cNvPicPr/>
          <p:nvPr/>
        </p:nvPicPr>
        <p:blipFill>
          <a:blip r:embed="rId2" cstate="print"/>
          <a:stretch>
            <a:fillRect/>
          </a:stretch>
        </p:blipFill>
        <p:spPr>
          <a:xfrm>
            <a:off x="1887854" y="2354238"/>
            <a:ext cx="226332" cy="226332"/>
          </a:xfrm>
          <a:prstGeom prst="rect">
            <a:avLst/>
          </a:prstGeom>
        </p:spPr>
      </p:pic>
      <p:sp>
        <p:nvSpPr>
          <p:cNvPr id="7" name="object 7"/>
          <p:cNvSpPr txBox="1"/>
          <p:nvPr/>
        </p:nvSpPr>
        <p:spPr>
          <a:xfrm>
            <a:off x="1954572" y="2316176"/>
            <a:ext cx="93118" cy="207141"/>
          </a:xfrm>
          <a:prstGeom prst="rect">
            <a:avLst/>
          </a:prstGeom>
        </p:spPr>
        <p:txBody>
          <a:bodyPr vert="horz" wrap="square" lIns="0" tIns="23909" rIns="0" bIns="0" rtlCol="0">
            <a:spAutoFit/>
          </a:bodyPr>
          <a:lstStyle/>
          <a:p>
            <a:pPr marL="25168">
              <a:spcBef>
                <a:spcPts val="188"/>
              </a:spcBef>
            </a:pPr>
            <a:r>
              <a:rPr sz="1189" spc="59" dirty="0">
                <a:solidFill>
                  <a:srgbClr val="FFFFFF"/>
                </a:solidFill>
                <a:latin typeface="Microsoft Sans Serif"/>
                <a:cs typeface="Microsoft Sans Serif"/>
              </a:rPr>
              <a:t>j</a:t>
            </a:r>
            <a:endParaRPr sz="1189">
              <a:latin typeface="Microsoft Sans Serif"/>
              <a:cs typeface="Microsoft Sans Serif"/>
            </a:endParaRPr>
          </a:p>
        </p:txBody>
      </p:sp>
      <p:pic>
        <p:nvPicPr>
          <p:cNvPr id="8" name="object 8"/>
          <p:cNvPicPr/>
          <p:nvPr/>
        </p:nvPicPr>
        <p:blipFill>
          <a:blip r:embed="rId2" cstate="print"/>
          <a:stretch>
            <a:fillRect/>
          </a:stretch>
        </p:blipFill>
        <p:spPr>
          <a:xfrm>
            <a:off x="1887854" y="3793436"/>
            <a:ext cx="226332" cy="226332"/>
          </a:xfrm>
          <a:prstGeom prst="rect">
            <a:avLst/>
          </a:prstGeom>
        </p:spPr>
      </p:pic>
      <p:sp>
        <p:nvSpPr>
          <p:cNvPr id="9" name="object 9"/>
          <p:cNvSpPr txBox="1"/>
          <p:nvPr/>
        </p:nvSpPr>
        <p:spPr>
          <a:xfrm>
            <a:off x="1936806" y="3770676"/>
            <a:ext cx="129610" cy="207141"/>
          </a:xfrm>
          <a:prstGeom prst="rect">
            <a:avLst/>
          </a:prstGeom>
        </p:spPr>
        <p:txBody>
          <a:bodyPr vert="horz" wrap="square" lIns="0" tIns="23909" rIns="0" bIns="0" rtlCol="0">
            <a:spAutoFit/>
          </a:bodyPr>
          <a:lstStyle/>
          <a:p>
            <a:pPr marL="25168">
              <a:spcBef>
                <a:spcPts val="188"/>
              </a:spcBef>
            </a:pPr>
            <a:r>
              <a:rPr sz="1189" spc="20" dirty="0">
                <a:solidFill>
                  <a:srgbClr val="FFFFFF"/>
                </a:solidFill>
                <a:latin typeface="Microsoft Sans Serif"/>
                <a:cs typeface="Microsoft Sans Serif"/>
              </a:rPr>
              <a:t>k</a:t>
            </a:r>
            <a:endParaRPr sz="1189">
              <a:latin typeface="Microsoft Sans Serif"/>
              <a:cs typeface="Microsoft Sans Serif"/>
            </a:endParaRPr>
          </a:p>
        </p:txBody>
      </p:sp>
      <p:pic>
        <p:nvPicPr>
          <p:cNvPr id="10" name="object 10"/>
          <p:cNvPicPr/>
          <p:nvPr/>
        </p:nvPicPr>
        <p:blipFill>
          <a:blip r:embed="rId2" cstate="print"/>
          <a:stretch>
            <a:fillRect/>
          </a:stretch>
        </p:blipFill>
        <p:spPr>
          <a:xfrm>
            <a:off x="1887854" y="5232634"/>
            <a:ext cx="226332" cy="226332"/>
          </a:xfrm>
          <a:prstGeom prst="rect">
            <a:avLst/>
          </a:prstGeom>
        </p:spPr>
      </p:pic>
      <p:sp>
        <p:nvSpPr>
          <p:cNvPr id="11" name="object 11"/>
          <p:cNvSpPr txBox="1"/>
          <p:nvPr/>
        </p:nvSpPr>
        <p:spPr>
          <a:xfrm>
            <a:off x="1956789" y="5209874"/>
            <a:ext cx="89343" cy="207141"/>
          </a:xfrm>
          <a:prstGeom prst="rect">
            <a:avLst/>
          </a:prstGeom>
        </p:spPr>
        <p:txBody>
          <a:bodyPr vert="horz" wrap="square" lIns="0" tIns="23909" rIns="0" bIns="0" rtlCol="0">
            <a:spAutoFit/>
          </a:bodyPr>
          <a:lstStyle/>
          <a:p>
            <a:pPr marL="25168">
              <a:spcBef>
                <a:spcPts val="188"/>
              </a:spcBef>
            </a:pPr>
            <a:r>
              <a:rPr sz="1189" spc="20" dirty="0">
                <a:solidFill>
                  <a:srgbClr val="FFFFFF"/>
                </a:solidFill>
                <a:latin typeface="Microsoft Sans Serif"/>
                <a:cs typeface="Microsoft Sans Serif"/>
              </a:rPr>
              <a:t>l</a:t>
            </a:r>
            <a:endParaRPr sz="1189">
              <a:latin typeface="Microsoft Sans Serif"/>
              <a:cs typeface="Microsoft Sans Serif"/>
            </a:endParaRPr>
          </a:p>
        </p:txBody>
      </p:sp>
      <p:sp>
        <p:nvSpPr>
          <p:cNvPr id="13" name="object 13"/>
          <p:cNvSpPr txBox="1">
            <a:spLocks noGrp="1"/>
          </p:cNvSpPr>
          <p:nvPr>
            <p:ph type="dt" sz="half" idx="6"/>
          </p:nvPr>
        </p:nvSpPr>
        <p:spPr>
          <a:xfrm>
            <a:off x="2408282" y="13082829"/>
            <a:ext cx="3893600" cy="166712"/>
          </a:xfrm>
          <a:prstGeom prst="rect">
            <a:avLst/>
          </a:prstGeom>
        </p:spPr>
        <p:txBody>
          <a:bodyPr vert="horz" wrap="square" lIns="0" tIns="0" rIns="0" bIns="0" rtlCol="0">
            <a:spAutoFit/>
          </a:bodyPr>
          <a:lstStyle/>
          <a:p>
            <a:pPr marL="25168">
              <a:lnSpc>
                <a:spcPts val="1338"/>
              </a:lnSpc>
            </a:pPr>
            <a:r>
              <a:rPr spc="-30" dirty="0"/>
              <a:t>Complex</a:t>
            </a:r>
            <a:r>
              <a:rPr spc="69" dirty="0"/>
              <a:t> </a:t>
            </a:r>
            <a:r>
              <a:rPr spc="-30" dirty="0"/>
              <a:t>Engineering</a:t>
            </a:r>
            <a:r>
              <a:rPr spc="79" dirty="0"/>
              <a:t> </a:t>
            </a:r>
            <a:r>
              <a:rPr spc="-30" dirty="0"/>
              <a:t>Problems</a:t>
            </a:r>
          </a:p>
        </p:txBody>
      </p:sp>
      <p:sp>
        <p:nvSpPr>
          <p:cNvPr id="14" name="object 14"/>
          <p:cNvSpPr txBox="1"/>
          <p:nvPr/>
        </p:nvSpPr>
        <p:spPr>
          <a:xfrm>
            <a:off x="10147877" y="6608645"/>
            <a:ext cx="312070" cy="166712"/>
          </a:xfrm>
          <a:prstGeom prst="rect">
            <a:avLst/>
          </a:prstGeom>
        </p:spPr>
        <p:txBody>
          <a:bodyPr vert="horz" wrap="square" lIns="0" tIns="0" rIns="0" bIns="0" rtlCol="0">
            <a:spAutoFit/>
          </a:bodyPr>
          <a:lstStyle/>
          <a:p>
            <a:pPr marL="75503">
              <a:lnSpc>
                <a:spcPts val="1338"/>
              </a:lnSpc>
            </a:pPr>
            <a:fld id="{81D60167-4931-47E6-BA6A-407CBD079E47}" type="slidenum">
              <a:rPr sz="1189" spc="-40" dirty="0">
                <a:latin typeface="Microsoft Sans Serif"/>
                <a:cs typeface="Microsoft Sans Serif"/>
              </a:rPr>
              <a:pPr marL="75503">
                <a:lnSpc>
                  <a:spcPts val="1338"/>
                </a:lnSpc>
              </a:pPr>
              <a:t>6</a:t>
            </a:fld>
            <a:endParaRPr sz="1189">
              <a:latin typeface="Microsoft Sans Serif"/>
              <a:cs typeface="Microsoft Sans Serif"/>
            </a:endParaRP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77322" y="214463"/>
            <a:ext cx="5076178" cy="548970"/>
          </a:xfrm>
          <a:prstGeom prst="rect">
            <a:avLst/>
          </a:prstGeom>
        </p:spPr>
        <p:txBody>
          <a:bodyPr vert="horz" wrap="square" lIns="0" tIns="30200" rIns="0" bIns="0" rtlCol="0">
            <a:spAutoFit/>
          </a:bodyPr>
          <a:lstStyle/>
          <a:p>
            <a:pPr marL="25168">
              <a:spcBef>
                <a:spcPts val="238"/>
              </a:spcBef>
            </a:pPr>
            <a:r>
              <a:rPr spc="10" dirty="0"/>
              <a:t>Course</a:t>
            </a:r>
            <a:r>
              <a:rPr spc="-40" dirty="0"/>
              <a:t> </a:t>
            </a:r>
            <a:r>
              <a:rPr spc="20" dirty="0"/>
              <a:t>Outcomes</a:t>
            </a:r>
            <a:r>
              <a:rPr spc="-40" dirty="0"/>
              <a:t> </a:t>
            </a:r>
            <a:r>
              <a:rPr spc="20" dirty="0"/>
              <a:t>(COs)</a:t>
            </a:r>
          </a:p>
        </p:txBody>
      </p:sp>
      <p:sp>
        <p:nvSpPr>
          <p:cNvPr id="3" name="object 3"/>
          <p:cNvSpPr txBox="1"/>
          <p:nvPr/>
        </p:nvSpPr>
        <p:spPr>
          <a:xfrm>
            <a:off x="2044521" y="866521"/>
            <a:ext cx="8366760" cy="4790798"/>
          </a:xfrm>
          <a:prstGeom prst="rect">
            <a:avLst/>
          </a:prstGeom>
        </p:spPr>
        <p:txBody>
          <a:bodyPr vert="horz" wrap="square" lIns="0" tIns="13842" rIns="0" bIns="0" rtlCol="0">
            <a:spAutoFit/>
          </a:bodyPr>
          <a:lstStyle/>
          <a:p>
            <a:pPr marL="726085" marR="996637" indent="-702176" algn="just" defTabSz="1812066">
              <a:lnSpc>
                <a:spcPct val="103000"/>
              </a:lnSpc>
              <a:spcBef>
                <a:spcPts val="109"/>
              </a:spcBef>
            </a:pPr>
            <a:r>
              <a:rPr sz="2180" spc="-20" dirty="0">
                <a:solidFill>
                  <a:srgbClr val="6D6E71"/>
                </a:solidFill>
                <a:latin typeface="Microsoft Sans Serif" panose="020B0604020202020204"/>
                <a:cs typeface="Microsoft Sans Serif" panose="020B0604020202020204"/>
              </a:rPr>
              <a:t>CO1 </a:t>
            </a:r>
            <a:r>
              <a:rPr sz="2180" spc="-10" dirty="0">
                <a:solidFill>
                  <a:prstClr val="black"/>
                </a:solidFill>
                <a:latin typeface="Microsoft Sans Serif" panose="020B0604020202020204"/>
                <a:cs typeface="Microsoft Sans Serif" panose="020B0604020202020204"/>
              </a:rPr>
              <a:t>Identify </a:t>
            </a:r>
            <a:r>
              <a:rPr sz="2180" spc="-20" dirty="0">
                <a:solidFill>
                  <a:prstClr val="black"/>
                </a:solidFill>
                <a:latin typeface="Microsoft Sans Serif" panose="020B0604020202020204"/>
                <a:cs typeface="Microsoft Sans Serif" panose="020B0604020202020204"/>
              </a:rPr>
              <a:t>a real-life problem </a:t>
            </a:r>
            <a:r>
              <a:rPr sz="2180" spc="-10" dirty="0">
                <a:solidFill>
                  <a:prstClr val="black"/>
                </a:solidFill>
                <a:latin typeface="Microsoft Sans Serif" panose="020B0604020202020204"/>
                <a:cs typeface="Microsoft Sans Serif" panose="020B0604020202020204"/>
              </a:rPr>
              <a:t>that can </a:t>
            </a:r>
            <a:r>
              <a:rPr sz="2180" spc="-20" dirty="0">
                <a:solidFill>
                  <a:prstClr val="black"/>
                </a:solidFill>
                <a:latin typeface="Microsoft Sans Serif" panose="020B0604020202020204"/>
                <a:cs typeface="Microsoft Sans Serif" panose="020B0604020202020204"/>
              </a:rPr>
              <a:t>be translated </a:t>
            </a:r>
            <a:r>
              <a:rPr sz="2180" spc="-10" dirty="0">
                <a:solidFill>
                  <a:prstClr val="black"/>
                </a:solidFill>
                <a:latin typeface="Microsoft Sans Serif" panose="020B0604020202020204"/>
                <a:cs typeface="Microsoft Sans Serif" panose="020B0604020202020204"/>
              </a:rPr>
              <a:t>to </a:t>
            </a:r>
            <a:r>
              <a:rPr sz="2180" spc="-20" dirty="0">
                <a:solidFill>
                  <a:prstClr val="black"/>
                </a:solidFill>
                <a:latin typeface="Microsoft Sans Serif" panose="020B0604020202020204"/>
                <a:cs typeface="Microsoft Sans Serif" panose="020B0604020202020204"/>
              </a:rPr>
              <a:t>an </a:t>
            </a:r>
            <a:r>
              <a:rPr sz="2180" spc="-10" dirty="0">
                <a:solidFill>
                  <a:prstClr val="black"/>
                </a:solidFill>
                <a:latin typeface="Microsoft Sans Serif" panose="020B0604020202020204"/>
                <a:cs typeface="Microsoft Sans Serif" panose="020B0604020202020204"/>
              </a:rPr>
              <a:t> engineering and/or </a:t>
            </a:r>
            <a:r>
              <a:rPr sz="2180" spc="-20" dirty="0">
                <a:solidFill>
                  <a:prstClr val="black"/>
                </a:solidFill>
                <a:latin typeface="Microsoft Sans Serif" panose="020B0604020202020204"/>
                <a:cs typeface="Microsoft Sans Serif" panose="020B0604020202020204"/>
              </a:rPr>
              <a:t>computing solution </a:t>
            </a:r>
            <a:r>
              <a:rPr sz="2180" spc="-10" dirty="0">
                <a:solidFill>
                  <a:prstClr val="black"/>
                </a:solidFill>
                <a:latin typeface="Microsoft Sans Serif" panose="020B0604020202020204"/>
                <a:cs typeface="Microsoft Sans Serif" panose="020B0604020202020204"/>
              </a:rPr>
              <a:t>through </a:t>
            </a:r>
            <a:r>
              <a:rPr sz="2180" spc="-20" dirty="0">
                <a:solidFill>
                  <a:prstClr val="black"/>
                </a:solidFill>
                <a:latin typeface="Microsoft Sans Serif" panose="020B0604020202020204"/>
                <a:cs typeface="Microsoft Sans Serif" panose="020B0604020202020204"/>
              </a:rPr>
              <a:t>design, </a:t>
            </a:r>
            <a:r>
              <a:rPr sz="2180" spc="-555" dirty="0">
                <a:solidFill>
                  <a:prstClr val="black"/>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development</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validation.</a:t>
            </a:r>
            <a:r>
              <a:rPr sz="2180" spc="159"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t>
            </a:r>
            <a:r>
              <a:rPr sz="2180" b="1" spc="-20" dirty="0">
                <a:solidFill>
                  <a:prstClr val="black"/>
                </a:solidFill>
                <a:latin typeface="Arial" panose="020B0604020202020204"/>
                <a:cs typeface="Arial" panose="020B0604020202020204"/>
              </a:rPr>
              <a:t>b</a:t>
            </a:r>
            <a:r>
              <a:rPr sz="2180" b="1" dirty="0">
                <a:solidFill>
                  <a:prstClr val="black"/>
                </a:solidFill>
                <a:latin typeface="Arial" panose="020B0604020202020204"/>
                <a:cs typeface="Arial" panose="020B0604020202020204"/>
              </a:rPr>
              <a:t> </a:t>
            </a:r>
            <a:r>
              <a:rPr sz="2180" b="1" spc="-30" dirty="0">
                <a:solidFill>
                  <a:prstClr val="black"/>
                </a:solidFill>
                <a:latin typeface="Arial" panose="020B0604020202020204"/>
                <a:cs typeface="Arial" panose="020B0604020202020204"/>
              </a:rPr>
              <a:t>Problem</a:t>
            </a:r>
            <a:r>
              <a:rPr sz="2180" b="1" dirty="0">
                <a:solidFill>
                  <a:prstClr val="black"/>
                </a:solidFill>
                <a:latin typeface="Arial" panose="020B0604020202020204"/>
                <a:cs typeface="Arial" panose="020B0604020202020204"/>
              </a:rPr>
              <a:t> </a:t>
            </a:r>
            <a:r>
              <a:rPr sz="2180" b="1" spc="-20" dirty="0">
                <a:solidFill>
                  <a:prstClr val="black"/>
                </a:solidFill>
                <a:latin typeface="Arial" panose="020B0604020202020204"/>
                <a:cs typeface="Arial" panose="020B0604020202020204"/>
              </a:rPr>
              <a:t>Analysis</a:t>
            </a:r>
            <a:r>
              <a:rPr sz="2180" spc="-20" dirty="0">
                <a:solidFill>
                  <a:prstClr val="black"/>
                </a:solidFill>
                <a:latin typeface="Microsoft Sans Serif" panose="020B0604020202020204"/>
                <a:cs typeface="Microsoft Sans Serif" panose="020B0604020202020204"/>
              </a:rPr>
              <a:t>)</a:t>
            </a:r>
            <a:endParaRPr sz="2180">
              <a:solidFill>
                <a:prstClr val="black"/>
              </a:solidFill>
              <a:latin typeface="Microsoft Sans Serif" panose="020B0604020202020204"/>
              <a:cs typeface="Microsoft Sans Serif" panose="020B0604020202020204"/>
            </a:endParaRPr>
          </a:p>
          <a:p>
            <a:pPr marL="726085" marR="113254" indent="-702176" algn="just" defTabSz="1812066">
              <a:lnSpc>
                <a:spcPct val="103000"/>
              </a:lnSpc>
              <a:spcBef>
                <a:spcPts val="595"/>
              </a:spcBef>
            </a:pPr>
            <a:r>
              <a:rPr sz="2180" spc="-20" dirty="0">
                <a:solidFill>
                  <a:srgbClr val="6D6E71"/>
                </a:solidFill>
                <a:latin typeface="Microsoft Sans Serif" panose="020B0604020202020204"/>
                <a:cs typeface="Microsoft Sans Serif" panose="020B0604020202020204"/>
              </a:rPr>
              <a:t>CO2</a:t>
            </a:r>
            <a:r>
              <a:rPr sz="2180" spc="-10" dirty="0">
                <a:solidFill>
                  <a:srgbClr val="6D6E71"/>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Identify the </a:t>
            </a:r>
            <a:r>
              <a:rPr sz="2180" spc="-20" dirty="0">
                <a:solidFill>
                  <a:prstClr val="black"/>
                </a:solidFill>
                <a:latin typeface="Microsoft Sans Serif" panose="020B0604020202020204"/>
                <a:cs typeface="Microsoft Sans Serif" panose="020B0604020202020204"/>
              </a:rPr>
              <a:t>existing solutions </a:t>
            </a:r>
            <a:r>
              <a:rPr sz="2180" spc="-10" dirty="0">
                <a:solidFill>
                  <a:prstClr val="black"/>
                </a:solidFill>
                <a:latin typeface="Microsoft Sans Serif" panose="020B0604020202020204"/>
                <a:cs typeface="Microsoft Sans Serif" panose="020B0604020202020204"/>
              </a:rPr>
              <a:t>of </a:t>
            </a:r>
            <a:r>
              <a:rPr sz="2180" spc="-20" dirty="0">
                <a:solidFill>
                  <a:prstClr val="black"/>
                </a:solidFill>
                <a:latin typeface="Microsoft Sans Serif" panose="020B0604020202020204"/>
                <a:cs typeface="Microsoft Sans Serif" panose="020B0604020202020204"/>
              </a:rPr>
              <a:t>a problem, </a:t>
            </a:r>
            <a:r>
              <a:rPr sz="2180" spc="-10" dirty="0">
                <a:solidFill>
                  <a:prstClr val="black"/>
                </a:solidFill>
                <a:latin typeface="Microsoft Sans Serif" panose="020B0604020202020204"/>
                <a:cs typeface="Microsoft Sans Serif" panose="020B0604020202020204"/>
              </a:rPr>
              <a:t>critically </a:t>
            </a:r>
            <a:r>
              <a:rPr sz="2180" spc="-40" dirty="0">
                <a:solidFill>
                  <a:prstClr val="black"/>
                </a:solidFill>
                <a:latin typeface="Microsoft Sans Serif" panose="020B0604020202020204"/>
                <a:cs typeface="Microsoft Sans Serif" panose="020B0604020202020204"/>
              </a:rPr>
              <a:t>review </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these</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solutions</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conduct</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gap</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analysis.</a:t>
            </a:r>
            <a:r>
              <a:rPr sz="2180" spc="168"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t>
            </a:r>
            <a:r>
              <a:rPr sz="2180" b="1" spc="-20" dirty="0">
                <a:solidFill>
                  <a:prstClr val="black"/>
                </a:solidFill>
                <a:latin typeface="Arial" panose="020B0604020202020204"/>
                <a:cs typeface="Arial" panose="020B0604020202020204"/>
              </a:rPr>
              <a:t>d</a:t>
            </a:r>
            <a:r>
              <a:rPr sz="2180" b="1" dirty="0">
                <a:solidFill>
                  <a:prstClr val="black"/>
                </a:solidFill>
                <a:latin typeface="Arial" panose="020B0604020202020204"/>
                <a:cs typeface="Arial" panose="020B0604020202020204"/>
              </a:rPr>
              <a:t> </a:t>
            </a:r>
            <a:r>
              <a:rPr sz="2180" b="1" spc="-20" dirty="0">
                <a:solidFill>
                  <a:prstClr val="black"/>
                </a:solidFill>
                <a:latin typeface="Arial" panose="020B0604020202020204"/>
                <a:cs typeface="Arial" panose="020B0604020202020204"/>
              </a:rPr>
              <a:t>Investigation</a:t>
            </a:r>
            <a:r>
              <a:rPr sz="2180" spc="-20" dirty="0">
                <a:solidFill>
                  <a:prstClr val="black"/>
                </a:solidFill>
                <a:latin typeface="Microsoft Sans Serif" panose="020B0604020202020204"/>
                <a:cs typeface="Microsoft Sans Serif" panose="020B0604020202020204"/>
              </a:rPr>
              <a:t>)</a:t>
            </a:r>
            <a:endParaRPr sz="2180">
              <a:solidFill>
                <a:prstClr val="black"/>
              </a:solidFill>
              <a:latin typeface="Microsoft Sans Serif" panose="020B0604020202020204"/>
              <a:cs typeface="Microsoft Sans Serif" panose="020B0604020202020204"/>
            </a:endParaRPr>
          </a:p>
          <a:p>
            <a:pPr marL="726085" marR="10067" indent="-702176" algn="just" defTabSz="1812066">
              <a:lnSpc>
                <a:spcPct val="103000"/>
              </a:lnSpc>
              <a:spcBef>
                <a:spcPts val="595"/>
              </a:spcBef>
            </a:pPr>
            <a:r>
              <a:rPr sz="2180" spc="-20" dirty="0">
                <a:solidFill>
                  <a:srgbClr val="6D6E71"/>
                </a:solidFill>
                <a:latin typeface="Microsoft Sans Serif" panose="020B0604020202020204"/>
                <a:cs typeface="Microsoft Sans Serif" panose="020B0604020202020204"/>
              </a:rPr>
              <a:t>CO3 </a:t>
            </a:r>
            <a:r>
              <a:rPr sz="2180" spc="-10" dirty="0">
                <a:solidFill>
                  <a:prstClr val="black"/>
                </a:solidFill>
                <a:latin typeface="Microsoft Sans Serif" panose="020B0604020202020204"/>
                <a:cs typeface="Microsoft Sans Serif" panose="020B0604020202020204"/>
              </a:rPr>
              <a:t>Identify outcomes </a:t>
            </a:r>
            <a:r>
              <a:rPr sz="2180" spc="-20" dirty="0">
                <a:solidFill>
                  <a:prstClr val="black"/>
                </a:solidFill>
                <a:latin typeface="Microsoft Sans Serif" panose="020B0604020202020204"/>
                <a:cs typeface="Microsoft Sans Serif" panose="020B0604020202020204"/>
              </a:rPr>
              <a:t>and functional </a:t>
            </a:r>
            <a:r>
              <a:rPr sz="2180" spc="-10" dirty="0">
                <a:solidFill>
                  <a:prstClr val="black"/>
                </a:solidFill>
                <a:latin typeface="Microsoft Sans Serif" panose="020B0604020202020204"/>
                <a:cs typeface="Microsoft Sans Serif" panose="020B0604020202020204"/>
              </a:rPr>
              <a:t>requirements of the proposed </a:t>
            </a:r>
            <a:r>
              <a:rPr sz="2180" dirty="0">
                <a:solidFill>
                  <a:prstClr val="black"/>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solution considering </a:t>
            </a:r>
            <a:r>
              <a:rPr sz="2180" spc="-40" dirty="0">
                <a:solidFill>
                  <a:prstClr val="black"/>
                </a:solidFill>
                <a:latin typeface="Microsoft Sans Serif" panose="020B0604020202020204"/>
                <a:cs typeface="Microsoft Sans Serif" panose="020B0604020202020204"/>
              </a:rPr>
              <a:t>software </a:t>
            </a:r>
            <a:r>
              <a:rPr sz="2180" spc="-30" dirty="0">
                <a:solidFill>
                  <a:prstClr val="black"/>
                </a:solidFill>
                <a:latin typeface="Microsoft Sans Serif" panose="020B0604020202020204"/>
                <a:cs typeface="Microsoft Sans Serif" panose="020B0604020202020204"/>
              </a:rPr>
              <a:t>and/or </a:t>
            </a:r>
            <a:r>
              <a:rPr sz="2180" spc="-40" dirty="0">
                <a:solidFill>
                  <a:prstClr val="black"/>
                </a:solidFill>
                <a:latin typeface="Microsoft Sans Serif" panose="020B0604020202020204"/>
                <a:cs typeface="Microsoft Sans Serif" panose="020B0604020202020204"/>
              </a:rPr>
              <a:t>hardware </a:t>
            </a:r>
            <a:r>
              <a:rPr sz="2180" spc="-30" dirty="0">
                <a:solidFill>
                  <a:prstClr val="black"/>
                </a:solidFill>
                <a:latin typeface="Microsoft Sans Serif" panose="020B0604020202020204"/>
                <a:cs typeface="Microsoft Sans Serif" panose="020B0604020202020204"/>
              </a:rPr>
              <a:t>specification and </a:t>
            </a:r>
            <a:r>
              <a:rPr sz="2180" spc="-555"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standards.</a:t>
            </a:r>
            <a:r>
              <a:rPr sz="2180" spc="149"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a:t>
            </a:r>
            <a:r>
              <a:rPr sz="2180" b="1" spc="-10" dirty="0">
                <a:solidFill>
                  <a:prstClr val="black"/>
                </a:solidFill>
                <a:latin typeface="Arial" panose="020B0604020202020204"/>
                <a:cs typeface="Arial" panose="020B0604020202020204"/>
              </a:rPr>
              <a:t>b </a:t>
            </a:r>
            <a:r>
              <a:rPr sz="2180" b="1" spc="-30" dirty="0">
                <a:solidFill>
                  <a:prstClr val="black"/>
                </a:solidFill>
                <a:latin typeface="Arial" panose="020B0604020202020204"/>
                <a:cs typeface="Arial" panose="020B0604020202020204"/>
              </a:rPr>
              <a:t>Problem</a:t>
            </a:r>
            <a:r>
              <a:rPr sz="2180" b="1" spc="-10" dirty="0">
                <a:solidFill>
                  <a:prstClr val="black"/>
                </a:solidFill>
                <a:latin typeface="Arial" panose="020B0604020202020204"/>
                <a:cs typeface="Arial" panose="020B0604020202020204"/>
              </a:rPr>
              <a:t> </a:t>
            </a:r>
            <a:r>
              <a:rPr sz="2180" b="1" spc="-20" dirty="0">
                <a:solidFill>
                  <a:prstClr val="black"/>
                </a:solidFill>
                <a:latin typeface="Arial" panose="020B0604020202020204"/>
                <a:cs typeface="Arial" panose="020B0604020202020204"/>
              </a:rPr>
              <a:t>analysis</a:t>
            </a:r>
            <a:r>
              <a:rPr sz="2180" spc="-20" dirty="0">
                <a:solidFill>
                  <a:prstClr val="black"/>
                </a:solidFill>
                <a:latin typeface="Microsoft Sans Serif" panose="020B0604020202020204"/>
                <a:cs typeface="Microsoft Sans Serif" panose="020B0604020202020204"/>
              </a:rPr>
              <a:t>)</a:t>
            </a:r>
            <a:endParaRPr sz="2180">
              <a:solidFill>
                <a:prstClr val="black"/>
              </a:solidFill>
              <a:latin typeface="Microsoft Sans Serif" panose="020B0604020202020204"/>
              <a:cs typeface="Microsoft Sans Serif" panose="020B0604020202020204"/>
            </a:endParaRPr>
          </a:p>
          <a:p>
            <a:pPr marL="726085" marR="10067" indent="-702176" defTabSz="1812066">
              <a:lnSpc>
                <a:spcPct val="103000"/>
              </a:lnSpc>
              <a:spcBef>
                <a:spcPts val="595"/>
              </a:spcBef>
            </a:pPr>
            <a:r>
              <a:rPr sz="2180" spc="-20" dirty="0">
                <a:solidFill>
                  <a:srgbClr val="6D6E71"/>
                </a:solidFill>
                <a:latin typeface="Microsoft Sans Serif" panose="020B0604020202020204"/>
                <a:cs typeface="Microsoft Sans Serif" panose="020B0604020202020204"/>
              </a:rPr>
              <a:t>CO4</a:t>
            </a:r>
            <a:r>
              <a:rPr sz="2180" spc="486" dirty="0">
                <a:solidFill>
                  <a:srgbClr val="6D6E71"/>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Identify</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sub-components</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of</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a:t>
            </a:r>
            <a:r>
              <a:rPr sz="2180" spc="20" dirty="0">
                <a:solidFill>
                  <a:prstClr val="black"/>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complex</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problem,</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prepare</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 </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timeline</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a:t>
            </a:r>
            <a:r>
              <a:rPr sz="2180" spc="4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appropriate</a:t>
            </a:r>
            <a:r>
              <a:rPr sz="2180" spc="40" dirty="0">
                <a:solidFill>
                  <a:prstClr val="black"/>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budget</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using</a:t>
            </a:r>
            <a:r>
              <a:rPr sz="2180" spc="4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the</a:t>
            </a:r>
            <a:r>
              <a:rPr sz="2180" spc="4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project</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management </a:t>
            </a:r>
            <a:r>
              <a:rPr sz="2180" spc="-545"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skill.</a:t>
            </a:r>
            <a:r>
              <a:rPr sz="2180" spc="149"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a:t>
            </a:r>
            <a:r>
              <a:rPr sz="2180" b="1" spc="-10" dirty="0">
                <a:solidFill>
                  <a:prstClr val="black"/>
                </a:solidFill>
                <a:latin typeface="Arial" panose="020B0604020202020204"/>
                <a:cs typeface="Arial" panose="020B0604020202020204"/>
              </a:rPr>
              <a:t>k </a:t>
            </a:r>
            <a:r>
              <a:rPr sz="2180" b="1" spc="-20" dirty="0">
                <a:solidFill>
                  <a:prstClr val="black"/>
                </a:solidFill>
                <a:latin typeface="Arial" panose="020B0604020202020204"/>
                <a:cs typeface="Arial" panose="020B0604020202020204"/>
              </a:rPr>
              <a:t>Project</a:t>
            </a:r>
            <a:r>
              <a:rPr sz="2180" b="1" spc="-10" dirty="0">
                <a:solidFill>
                  <a:prstClr val="black"/>
                </a:solidFill>
                <a:latin typeface="Arial" panose="020B0604020202020204"/>
                <a:cs typeface="Arial" panose="020B0604020202020204"/>
              </a:rPr>
              <a:t> </a:t>
            </a:r>
            <a:r>
              <a:rPr sz="2180" b="1" spc="-20" dirty="0">
                <a:solidFill>
                  <a:prstClr val="black"/>
                </a:solidFill>
                <a:latin typeface="Arial" panose="020B0604020202020204"/>
                <a:cs typeface="Arial" panose="020B0604020202020204"/>
              </a:rPr>
              <a:t>management</a:t>
            </a:r>
            <a:r>
              <a:rPr sz="2180" b="1" spc="-10" dirty="0">
                <a:solidFill>
                  <a:prstClr val="black"/>
                </a:solidFill>
                <a:latin typeface="Arial" panose="020B0604020202020204"/>
                <a:cs typeface="Arial" panose="020B0604020202020204"/>
              </a:rPr>
              <a:t> </a:t>
            </a:r>
            <a:r>
              <a:rPr sz="2180" b="1" spc="-20" dirty="0">
                <a:solidFill>
                  <a:prstClr val="black"/>
                </a:solidFill>
                <a:latin typeface="Arial" panose="020B0604020202020204"/>
                <a:cs typeface="Arial" panose="020B0604020202020204"/>
              </a:rPr>
              <a:t>and</a:t>
            </a:r>
            <a:r>
              <a:rPr sz="2180" b="1" spc="-10" dirty="0">
                <a:solidFill>
                  <a:prstClr val="black"/>
                </a:solidFill>
                <a:latin typeface="Arial" panose="020B0604020202020204"/>
                <a:cs typeface="Arial" panose="020B0604020202020204"/>
              </a:rPr>
              <a:t> finance</a:t>
            </a:r>
            <a:r>
              <a:rPr sz="2180" spc="-10" dirty="0">
                <a:solidFill>
                  <a:prstClr val="black"/>
                </a:solidFill>
                <a:latin typeface="Microsoft Sans Serif" panose="020B0604020202020204"/>
                <a:cs typeface="Microsoft Sans Serif" panose="020B0604020202020204"/>
              </a:rPr>
              <a:t>)</a:t>
            </a:r>
            <a:endParaRPr sz="2180">
              <a:solidFill>
                <a:prstClr val="black"/>
              </a:solidFill>
              <a:latin typeface="Microsoft Sans Serif" panose="020B0604020202020204"/>
              <a:cs typeface="Microsoft Sans Serif" panose="020B0604020202020204"/>
            </a:endParaRPr>
          </a:p>
          <a:p>
            <a:pPr marL="726085" marR="39010" indent="-702176" defTabSz="1812066">
              <a:lnSpc>
                <a:spcPct val="103000"/>
              </a:lnSpc>
              <a:spcBef>
                <a:spcPts val="595"/>
              </a:spcBef>
            </a:pPr>
            <a:r>
              <a:rPr sz="2180" spc="-20" dirty="0">
                <a:solidFill>
                  <a:srgbClr val="6D6E71"/>
                </a:solidFill>
                <a:latin typeface="Microsoft Sans Serif" panose="020B0604020202020204"/>
                <a:cs typeface="Microsoft Sans Serif" panose="020B0604020202020204"/>
              </a:rPr>
              <a:t>CO5</a:t>
            </a:r>
            <a:r>
              <a:rPr sz="2180" spc="486" dirty="0">
                <a:solidFill>
                  <a:srgbClr val="6D6E71"/>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Present</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current</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status</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of</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project</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through</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written</a:t>
            </a:r>
            <a:r>
              <a:rPr sz="2180" spc="20" dirty="0">
                <a:solidFill>
                  <a:prstClr val="black"/>
                </a:solidFill>
                <a:latin typeface="Microsoft Sans Serif" panose="020B0604020202020204"/>
                <a:cs typeface="Microsoft Sans Serif" panose="020B0604020202020204"/>
              </a:rPr>
              <a:t> </a:t>
            </a:r>
            <a:r>
              <a:rPr sz="2180" dirty="0">
                <a:solidFill>
                  <a:prstClr val="black"/>
                </a:solidFill>
                <a:latin typeface="Microsoft Sans Serif" panose="020B0604020202020204"/>
                <a:cs typeface="Microsoft Sans Serif" panose="020B0604020202020204"/>
              </a:rPr>
              <a:t>report</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 </a:t>
            </a:r>
            <a:r>
              <a:rPr sz="2180" spc="-545"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oral</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presentations.</a:t>
            </a:r>
            <a:r>
              <a:rPr sz="2180" spc="159"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t>
            </a:r>
            <a:r>
              <a:rPr sz="2180" b="1" spc="-20" dirty="0">
                <a:solidFill>
                  <a:prstClr val="black"/>
                </a:solidFill>
                <a:latin typeface="Arial" panose="020B0604020202020204"/>
                <a:cs typeface="Arial" panose="020B0604020202020204"/>
              </a:rPr>
              <a:t>j</a:t>
            </a:r>
            <a:r>
              <a:rPr sz="2180" b="1" spc="-10" dirty="0">
                <a:solidFill>
                  <a:prstClr val="black"/>
                </a:solidFill>
                <a:latin typeface="Arial" panose="020B0604020202020204"/>
                <a:cs typeface="Arial" panose="020B0604020202020204"/>
              </a:rPr>
              <a:t> </a:t>
            </a:r>
            <a:r>
              <a:rPr sz="2180" b="1" spc="-20" dirty="0">
                <a:solidFill>
                  <a:prstClr val="black"/>
                </a:solidFill>
                <a:latin typeface="Arial" panose="020B0604020202020204"/>
                <a:cs typeface="Arial" panose="020B0604020202020204"/>
              </a:rPr>
              <a:t>Communication</a:t>
            </a:r>
            <a:r>
              <a:rPr sz="2180" spc="-20" dirty="0">
                <a:solidFill>
                  <a:prstClr val="black"/>
                </a:solidFill>
                <a:latin typeface="Microsoft Sans Serif" panose="020B0604020202020204"/>
                <a:cs typeface="Microsoft Sans Serif" panose="020B0604020202020204"/>
              </a:rPr>
              <a:t>)</a:t>
            </a:r>
            <a:endParaRPr sz="2180">
              <a:solidFill>
                <a:prstClr val="black"/>
              </a:solidFill>
              <a:latin typeface="Microsoft Sans Serif" panose="020B0604020202020204"/>
              <a:cs typeface="Microsoft Sans Serif" panose="020B0604020202020204"/>
            </a:endParaRPr>
          </a:p>
        </p:txBody>
      </p:sp>
      <p:sp>
        <p:nvSpPr>
          <p:cNvPr id="5" name="object 5"/>
          <p:cNvSpPr txBox="1">
            <a:spLocks noGrp="1"/>
          </p:cNvSpPr>
          <p:nvPr>
            <p:ph type="dt" sz="half" idx="6"/>
          </p:nvPr>
        </p:nvSpPr>
        <p:spPr>
          <a:xfrm>
            <a:off x="2408282" y="13082829"/>
            <a:ext cx="3893600"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Swakkhar</a:t>
            </a:r>
            <a:r>
              <a:rPr spc="-59" dirty="0">
                <a:solidFill>
                  <a:prstClr val="white"/>
                </a:solidFill>
              </a:rPr>
              <a:t> </a:t>
            </a:r>
            <a:r>
              <a:rPr spc="-10" dirty="0">
                <a:solidFill>
                  <a:prstClr val="white"/>
                </a:solidFill>
              </a:rPr>
              <a:t>Shatabda</a:t>
            </a:r>
          </a:p>
        </p:txBody>
      </p:sp>
      <p:sp>
        <p:nvSpPr>
          <p:cNvPr id="6" name="object 6"/>
          <p:cNvSpPr txBox="1"/>
          <p:nvPr/>
        </p:nvSpPr>
        <p:spPr>
          <a:xfrm>
            <a:off x="5288559" y="6601983"/>
            <a:ext cx="937470" cy="199518"/>
          </a:xfrm>
          <a:prstGeom prst="rect">
            <a:avLst/>
          </a:prstGeom>
        </p:spPr>
        <p:txBody>
          <a:bodyPr vert="horz" wrap="square" lIns="0" tIns="16359" rIns="0" bIns="0" rtlCol="0">
            <a:spAutoFit/>
          </a:bodyPr>
          <a:lstStyle/>
          <a:p>
            <a:pPr marL="25168" defTabSz="1812066">
              <a:spcBef>
                <a:spcPts val="129"/>
              </a:spcBef>
            </a:pPr>
            <a:r>
              <a:rPr sz="1189" b="1" spc="-10" dirty="0">
                <a:solidFill>
                  <a:srgbClr val="FFFFFF"/>
                </a:solidFill>
                <a:latin typeface="Arial" panose="020B0604020202020204"/>
                <a:cs typeface="Arial" panose="020B0604020202020204"/>
                <a:hlinkClick r:id="rId2" action="ppaction://hlinksldjump"/>
              </a:rPr>
              <a:t>Assessment</a:t>
            </a:r>
            <a:endParaRPr sz="1189">
              <a:solidFill>
                <a:prstClr val="black"/>
              </a:solidFill>
              <a:latin typeface="Arial" panose="020B0604020202020204"/>
              <a:cs typeface="Arial" panose="020B0604020202020204"/>
            </a:endParaRPr>
          </a:p>
        </p:txBody>
      </p:sp>
      <p:sp>
        <p:nvSpPr>
          <p:cNvPr id="7" name="object 7"/>
          <p:cNvSpPr txBox="1">
            <a:spLocks noGrp="1"/>
          </p:cNvSpPr>
          <p:nvPr>
            <p:ph type="ftr" sz="quarter" idx="5"/>
          </p:nvPr>
        </p:nvSpPr>
        <p:spPr>
          <a:xfrm>
            <a:off x="20650673" y="13082827"/>
            <a:ext cx="3773793"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7th</a:t>
            </a:r>
            <a:r>
              <a:rPr spc="-59" dirty="0">
                <a:solidFill>
                  <a:prstClr val="white"/>
                </a:solidFill>
              </a:rPr>
              <a:t> </a:t>
            </a:r>
            <a:r>
              <a:rPr spc="-10" dirty="0">
                <a:solidFill>
                  <a:prstClr val="white"/>
                </a:solidFill>
              </a:rPr>
              <a:t>November</a:t>
            </a:r>
            <a:r>
              <a:rPr spc="-50" dirty="0">
                <a:solidFill>
                  <a:prstClr val="white"/>
                </a:solidFill>
              </a:rPr>
              <a:t> </a:t>
            </a:r>
            <a:r>
              <a:rPr spc="-10" dirty="0">
                <a:solidFill>
                  <a:prstClr val="white"/>
                </a:solidFill>
              </a:rPr>
              <a:t>2021</a:t>
            </a:r>
          </a:p>
        </p:txBody>
      </p:sp>
      <p:sp>
        <p:nvSpPr>
          <p:cNvPr id="8" name="object 8"/>
          <p:cNvSpPr txBox="1">
            <a:spLocks noGrp="1"/>
          </p:cNvSpPr>
          <p:nvPr>
            <p:ph type="sldNum" sz="quarter" idx="7"/>
          </p:nvPr>
        </p:nvSpPr>
        <p:spPr>
          <a:xfrm>
            <a:off x="25063817" y="13082829"/>
            <a:ext cx="1683898" cy="199518"/>
          </a:xfrm>
          <a:prstGeom prst="rect">
            <a:avLst/>
          </a:prstGeom>
        </p:spPr>
        <p:txBody>
          <a:bodyPr vert="horz" wrap="square" lIns="0" tIns="16359" rIns="0" bIns="0" rtlCol="0">
            <a:spAutoFit/>
          </a:bodyPr>
          <a:lstStyle/>
          <a:p>
            <a:pPr marL="75503" defTabSz="1812066">
              <a:spcBef>
                <a:spcPts val="129"/>
              </a:spcBef>
            </a:pPr>
            <a:r>
              <a:rPr spc="-10" dirty="0">
                <a:solidFill>
                  <a:prstClr val="white"/>
                </a:solidFill>
              </a:rPr>
              <a:t>3</a:t>
            </a:r>
            <a:r>
              <a:rPr spc="-59" dirty="0">
                <a:solidFill>
                  <a:prstClr val="white"/>
                </a:solidFill>
              </a:rPr>
              <a:t> </a:t>
            </a:r>
            <a:r>
              <a:rPr spc="-10" dirty="0">
                <a:solidFill>
                  <a:prstClr val="white"/>
                </a:solidFill>
              </a:rPr>
              <a:t>/</a:t>
            </a:r>
            <a:r>
              <a:rPr spc="-59" dirty="0">
                <a:solidFill>
                  <a:prstClr val="white"/>
                </a:solidFill>
              </a:rPr>
              <a:t> </a:t>
            </a:r>
            <a:r>
              <a:rPr spc="-10" dirty="0">
                <a:solidFill>
                  <a:prstClr val="white"/>
                </a:solidFill>
              </a:rPr>
              <a:t>15</a:t>
            </a: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77322" y="214463"/>
            <a:ext cx="5076178" cy="548970"/>
          </a:xfrm>
          <a:prstGeom prst="rect">
            <a:avLst/>
          </a:prstGeom>
        </p:spPr>
        <p:txBody>
          <a:bodyPr vert="horz" wrap="square" lIns="0" tIns="30200" rIns="0" bIns="0" rtlCol="0">
            <a:spAutoFit/>
          </a:bodyPr>
          <a:lstStyle/>
          <a:p>
            <a:pPr marL="25168">
              <a:spcBef>
                <a:spcPts val="238"/>
              </a:spcBef>
            </a:pPr>
            <a:r>
              <a:rPr spc="10" dirty="0"/>
              <a:t>Course</a:t>
            </a:r>
            <a:r>
              <a:rPr spc="-40" dirty="0"/>
              <a:t> </a:t>
            </a:r>
            <a:r>
              <a:rPr spc="20" dirty="0"/>
              <a:t>Outcomes</a:t>
            </a:r>
            <a:r>
              <a:rPr spc="-40" dirty="0"/>
              <a:t> </a:t>
            </a:r>
            <a:r>
              <a:rPr spc="20" dirty="0"/>
              <a:t>(COs)</a:t>
            </a:r>
          </a:p>
        </p:txBody>
      </p:sp>
      <p:sp>
        <p:nvSpPr>
          <p:cNvPr id="3" name="object 3"/>
          <p:cNvSpPr txBox="1"/>
          <p:nvPr/>
        </p:nvSpPr>
        <p:spPr>
          <a:xfrm>
            <a:off x="1954096" y="875318"/>
            <a:ext cx="8457361" cy="5825026"/>
          </a:xfrm>
          <a:prstGeom prst="rect">
            <a:avLst/>
          </a:prstGeom>
        </p:spPr>
        <p:txBody>
          <a:bodyPr vert="horz" wrap="square" lIns="0" tIns="23909" rIns="0" bIns="0" rtlCol="0">
            <a:spAutoFit/>
          </a:bodyPr>
          <a:lstStyle/>
          <a:p>
            <a:pPr marL="816688" marR="412748" indent="-653099" defTabSz="1812066">
              <a:spcBef>
                <a:spcPts val="188"/>
              </a:spcBef>
            </a:pPr>
            <a:r>
              <a:rPr sz="1982" spc="-10" dirty="0">
                <a:solidFill>
                  <a:srgbClr val="6D6E71"/>
                </a:solidFill>
                <a:latin typeface="Microsoft Sans Serif" panose="020B0604020202020204"/>
                <a:cs typeface="Microsoft Sans Serif" panose="020B0604020202020204"/>
              </a:rPr>
              <a:t>CO6</a:t>
            </a:r>
            <a:r>
              <a:rPr sz="1982" spc="50" dirty="0">
                <a:solidFill>
                  <a:srgbClr val="6D6E71"/>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Analyze,</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design,</a:t>
            </a:r>
            <a:r>
              <a:rPr sz="1982" spc="30"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build,</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and</a:t>
            </a:r>
            <a:r>
              <a:rPr sz="1982" spc="30"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evaluate</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engineering/computing </a:t>
            </a:r>
            <a:r>
              <a:rPr sz="1982"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system/subsystem</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with</a:t>
            </a:r>
            <a:r>
              <a:rPr sz="1982" spc="30"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given</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specifications</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and</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requirements.</a:t>
            </a:r>
            <a:r>
              <a:rPr sz="1982" spc="159"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t>
            </a:r>
            <a:r>
              <a:rPr sz="1982" b="1" spc="-10" dirty="0">
                <a:solidFill>
                  <a:prstClr val="black"/>
                </a:solidFill>
                <a:latin typeface="Arial" panose="020B0604020202020204"/>
                <a:cs typeface="Arial" panose="020B0604020202020204"/>
              </a:rPr>
              <a:t>c </a:t>
            </a:r>
            <a:r>
              <a:rPr sz="1982" b="1" spc="-515" dirty="0">
                <a:solidFill>
                  <a:prstClr val="black"/>
                </a:solidFill>
                <a:latin typeface="Arial" panose="020B0604020202020204"/>
                <a:cs typeface="Arial" panose="020B0604020202020204"/>
              </a:rPr>
              <a:t> </a:t>
            </a:r>
            <a:r>
              <a:rPr sz="1982" b="1" spc="-10" dirty="0">
                <a:solidFill>
                  <a:prstClr val="black"/>
                </a:solidFill>
                <a:latin typeface="Arial" panose="020B0604020202020204"/>
                <a:cs typeface="Arial" panose="020B0604020202020204"/>
              </a:rPr>
              <a:t>Design/development</a:t>
            </a:r>
            <a:r>
              <a:rPr sz="1982" b="1" spc="-20" dirty="0">
                <a:solidFill>
                  <a:prstClr val="black"/>
                </a:solidFill>
                <a:latin typeface="Arial" panose="020B0604020202020204"/>
                <a:cs typeface="Arial" panose="020B0604020202020204"/>
              </a:rPr>
              <a:t> </a:t>
            </a:r>
            <a:r>
              <a:rPr sz="1982" b="1" spc="-10" dirty="0">
                <a:solidFill>
                  <a:prstClr val="black"/>
                </a:solidFill>
                <a:latin typeface="Arial" panose="020B0604020202020204"/>
                <a:cs typeface="Arial" panose="020B0604020202020204"/>
              </a:rPr>
              <a:t>of solutions</a:t>
            </a:r>
            <a:r>
              <a:rPr sz="1982" spc="-10" dirty="0">
                <a:solidFill>
                  <a:prstClr val="black"/>
                </a:solidFill>
                <a:latin typeface="Microsoft Sans Serif" panose="020B0604020202020204"/>
                <a:cs typeface="Microsoft Sans Serif" panose="020B0604020202020204"/>
              </a:rPr>
              <a:t>)</a:t>
            </a:r>
            <a:endParaRPr sz="1982">
              <a:solidFill>
                <a:prstClr val="black"/>
              </a:solidFill>
              <a:latin typeface="Microsoft Sans Serif" panose="020B0604020202020204"/>
              <a:cs typeface="Microsoft Sans Serif" panose="020B0604020202020204"/>
            </a:endParaRPr>
          </a:p>
          <a:p>
            <a:pPr marL="816688" marR="778937" indent="-653099" defTabSz="1812066">
              <a:spcBef>
                <a:spcPts val="763"/>
              </a:spcBef>
            </a:pPr>
            <a:r>
              <a:rPr sz="1982" spc="-10" dirty="0">
                <a:solidFill>
                  <a:srgbClr val="6D6E71"/>
                </a:solidFill>
                <a:latin typeface="Microsoft Sans Serif" panose="020B0604020202020204"/>
                <a:cs typeface="Microsoft Sans Serif" panose="020B0604020202020204"/>
              </a:rPr>
              <a:t>CO7</a:t>
            </a:r>
            <a:r>
              <a:rPr sz="1982" spc="50" dirty="0">
                <a:solidFill>
                  <a:srgbClr val="6D6E71"/>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Identify</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the</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impact</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of</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environmental</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considerations</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and</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the </a:t>
            </a:r>
            <a:r>
              <a:rPr sz="1982"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sustainability</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of</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system/subsystem</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of</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complete</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project.</a:t>
            </a:r>
            <a:r>
              <a:rPr sz="1982" spc="159"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t>
            </a:r>
            <a:r>
              <a:rPr sz="1982" b="1" spc="-10" dirty="0">
                <a:solidFill>
                  <a:prstClr val="black"/>
                </a:solidFill>
                <a:latin typeface="Arial" panose="020B0604020202020204"/>
                <a:cs typeface="Arial" panose="020B0604020202020204"/>
              </a:rPr>
              <a:t>g </a:t>
            </a:r>
            <a:r>
              <a:rPr sz="1982" b="1" spc="-515" dirty="0">
                <a:solidFill>
                  <a:prstClr val="black"/>
                </a:solidFill>
                <a:latin typeface="Arial" panose="020B0604020202020204"/>
                <a:cs typeface="Arial" panose="020B0604020202020204"/>
              </a:rPr>
              <a:t> </a:t>
            </a:r>
            <a:r>
              <a:rPr sz="1982" b="1" spc="-20" dirty="0">
                <a:solidFill>
                  <a:prstClr val="black"/>
                </a:solidFill>
                <a:latin typeface="Arial" panose="020B0604020202020204"/>
                <a:cs typeface="Arial" panose="020B0604020202020204"/>
              </a:rPr>
              <a:t>Environment </a:t>
            </a:r>
            <a:r>
              <a:rPr sz="1982" b="1" spc="-10" dirty="0">
                <a:solidFill>
                  <a:prstClr val="black"/>
                </a:solidFill>
                <a:latin typeface="Arial" panose="020B0604020202020204"/>
                <a:cs typeface="Arial" panose="020B0604020202020204"/>
              </a:rPr>
              <a:t>and sustainability</a:t>
            </a:r>
            <a:r>
              <a:rPr sz="1982" spc="-10" dirty="0">
                <a:solidFill>
                  <a:prstClr val="black"/>
                </a:solidFill>
                <a:latin typeface="Microsoft Sans Serif" panose="020B0604020202020204"/>
                <a:cs typeface="Microsoft Sans Serif" panose="020B0604020202020204"/>
              </a:rPr>
              <a:t>)</a:t>
            </a:r>
            <a:endParaRPr sz="1982">
              <a:solidFill>
                <a:prstClr val="black"/>
              </a:solidFill>
              <a:latin typeface="Microsoft Sans Serif" panose="020B0604020202020204"/>
              <a:cs typeface="Microsoft Sans Serif" panose="020B0604020202020204"/>
            </a:endParaRPr>
          </a:p>
          <a:p>
            <a:pPr marL="816688" marR="10067" indent="-653099" defTabSz="1812066">
              <a:spcBef>
                <a:spcPts val="763"/>
              </a:spcBef>
            </a:pPr>
            <a:r>
              <a:rPr sz="1982" spc="-10" dirty="0">
                <a:solidFill>
                  <a:srgbClr val="6D6E71"/>
                </a:solidFill>
                <a:latin typeface="Microsoft Sans Serif" panose="020B0604020202020204"/>
                <a:cs typeface="Microsoft Sans Serif" panose="020B0604020202020204"/>
              </a:rPr>
              <a:t>CO8</a:t>
            </a:r>
            <a:r>
              <a:rPr sz="1982" spc="59" dirty="0">
                <a:solidFill>
                  <a:srgbClr val="6D6E71"/>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Assess</a:t>
            </a:r>
            <a:r>
              <a:rPr sz="1982" spc="20"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professional,</a:t>
            </a:r>
            <a:r>
              <a:rPr sz="1982" spc="20"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ethical,</a:t>
            </a:r>
            <a:r>
              <a:rPr sz="1982" spc="30"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and</a:t>
            </a:r>
            <a:r>
              <a:rPr sz="1982" spc="20"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social</a:t>
            </a:r>
            <a:r>
              <a:rPr sz="1982" spc="20"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impacts</a:t>
            </a:r>
            <a:r>
              <a:rPr sz="1982" spc="30"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and</a:t>
            </a:r>
            <a:r>
              <a:rPr sz="1982" spc="20"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responsibilities</a:t>
            </a:r>
            <a:r>
              <a:rPr sz="1982" spc="30"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of </a:t>
            </a:r>
            <a:r>
              <a:rPr sz="1982" spc="-503"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the</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design</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project.</a:t>
            </a:r>
            <a:r>
              <a:rPr sz="1982" spc="149"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t>
            </a:r>
            <a:r>
              <a:rPr sz="1982" b="1" spc="-10" dirty="0">
                <a:solidFill>
                  <a:prstClr val="black"/>
                </a:solidFill>
                <a:latin typeface="Arial" panose="020B0604020202020204"/>
                <a:cs typeface="Arial" panose="020B0604020202020204"/>
              </a:rPr>
              <a:t>f</a:t>
            </a:r>
            <a:r>
              <a:rPr sz="1982" b="1" dirty="0">
                <a:solidFill>
                  <a:prstClr val="black"/>
                </a:solidFill>
                <a:latin typeface="Arial" panose="020B0604020202020204"/>
                <a:cs typeface="Arial" panose="020B0604020202020204"/>
              </a:rPr>
              <a:t> </a:t>
            </a:r>
            <a:r>
              <a:rPr sz="1982" b="1" spc="-10" dirty="0">
                <a:solidFill>
                  <a:prstClr val="black"/>
                </a:solidFill>
                <a:latin typeface="Arial" panose="020B0604020202020204"/>
                <a:cs typeface="Arial" panose="020B0604020202020204"/>
              </a:rPr>
              <a:t>The Engineer and society h</a:t>
            </a:r>
            <a:r>
              <a:rPr sz="1982" b="1" dirty="0">
                <a:solidFill>
                  <a:prstClr val="black"/>
                </a:solidFill>
                <a:latin typeface="Arial" panose="020B0604020202020204"/>
                <a:cs typeface="Arial" panose="020B0604020202020204"/>
              </a:rPr>
              <a:t> </a:t>
            </a:r>
            <a:r>
              <a:rPr sz="1982" b="1" spc="-10" dirty="0">
                <a:solidFill>
                  <a:prstClr val="black"/>
                </a:solidFill>
                <a:latin typeface="Arial" panose="020B0604020202020204"/>
                <a:cs typeface="Arial" panose="020B0604020202020204"/>
              </a:rPr>
              <a:t>Ethics</a:t>
            </a:r>
            <a:r>
              <a:rPr sz="1982" spc="-10" dirty="0">
                <a:solidFill>
                  <a:prstClr val="black"/>
                </a:solidFill>
                <a:latin typeface="Microsoft Sans Serif" panose="020B0604020202020204"/>
                <a:cs typeface="Microsoft Sans Serif" panose="020B0604020202020204"/>
              </a:rPr>
              <a:t>)</a:t>
            </a:r>
            <a:endParaRPr sz="1982">
              <a:solidFill>
                <a:prstClr val="black"/>
              </a:solidFill>
              <a:latin typeface="Microsoft Sans Serif" panose="020B0604020202020204"/>
              <a:cs typeface="Microsoft Sans Serif" panose="020B0604020202020204"/>
            </a:endParaRPr>
          </a:p>
          <a:p>
            <a:pPr marL="816688" marR="179948" indent="-653099" defTabSz="1812066">
              <a:spcBef>
                <a:spcPts val="773"/>
              </a:spcBef>
            </a:pPr>
            <a:r>
              <a:rPr sz="1982" spc="-10" dirty="0">
                <a:solidFill>
                  <a:srgbClr val="6D6E71"/>
                </a:solidFill>
                <a:latin typeface="Microsoft Sans Serif" panose="020B0604020202020204"/>
                <a:cs typeface="Microsoft Sans Serif" panose="020B0604020202020204"/>
              </a:rPr>
              <a:t>CO9</a:t>
            </a:r>
            <a:r>
              <a:rPr sz="1982" dirty="0">
                <a:solidFill>
                  <a:srgbClr val="6D6E71"/>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Function </a:t>
            </a:r>
            <a:r>
              <a:rPr sz="1982" spc="-20" dirty="0">
                <a:solidFill>
                  <a:prstClr val="black"/>
                </a:solidFill>
                <a:latin typeface="Microsoft Sans Serif" panose="020B0604020202020204"/>
                <a:cs typeface="Microsoft Sans Serif" panose="020B0604020202020204"/>
              </a:rPr>
              <a:t>effectively </a:t>
            </a:r>
            <a:r>
              <a:rPr sz="1982" spc="-10" dirty="0">
                <a:solidFill>
                  <a:prstClr val="black"/>
                </a:solidFill>
                <a:latin typeface="Microsoft Sans Serif" panose="020B0604020202020204"/>
                <a:cs typeface="Microsoft Sans Serif" panose="020B0604020202020204"/>
              </a:rPr>
              <a:t>in a multi-disciplinary team.</a:t>
            </a:r>
            <a:r>
              <a:rPr sz="1982"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t>
            </a:r>
            <a:r>
              <a:rPr sz="1982" b="1" spc="-10" dirty="0">
                <a:solidFill>
                  <a:prstClr val="black"/>
                </a:solidFill>
                <a:latin typeface="Arial" panose="020B0604020202020204"/>
                <a:cs typeface="Arial" panose="020B0604020202020204"/>
              </a:rPr>
              <a:t>i Individual </a:t>
            </a:r>
            <a:r>
              <a:rPr sz="1982" b="1" spc="-20" dirty="0">
                <a:solidFill>
                  <a:prstClr val="black"/>
                </a:solidFill>
                <a:latin typeface="Arial" panose="020B0604020202020204"/>
                <a:cs typeface="Arial" panose="020B0604020202020204"/>
              </a:rPr>
              <a:t>work </a:t>
            </a:r>
            <a:r>
              <a:rPr sz="1982" b="1" spc="-525" dirty="0">
                <a:solidFill>
                  <a:prstClr val="black"/>
                </a:solidFill>
                <a:latin typeface="Arial" panose="020B0604020202020204"/>
                <a:cs typeface="Arial" panose="020B0604020202020204"/>
              </a:rPr>
              <a:t> </a:t>
            </a:r>
            <a:r>
              <a:rPr sz="1982" b="1" spc="-10" dirty="0">
                <a:solidFill>
                  <a:prstClr val="black"/>
                </a:solidFill>
                <a:latin typeface="Arial" panose="020B0604020202020204"/>
                <a:cs typeface="Arial" panose="020B0604020202020204"/>
              </a:rPr>
              <a:t>and</a:t>
            </a:r>
            <a:r>
              <a:rPr sz="1982" b="1" spc="-20" dirty="0">
                <a:solidFill>
                  <a:prstClr val="black"/>
                </a:solidFill>
                <a:latin typeface="Arial" panose="020B0604020202020204"/>
                <a:cs typeface="Arial" panose="020B0604020202020204"/>
              </a:rPr>
              <a:t> </a:t>
            </a:r>
            <a:r>
              <a:rPr sz="1982" b="1" spc="-10" dirty="0">
                <a:solidFill>
                  <a:prstClr val="black"/>
                </a:solidFill>
                <a:latin typeface="Arial" panose="020B0604020202020204"/>
                <a:cs typeface="Arial" panose="020B0604020202020204"/>
              </a:rPr>
              <a:t>teamwork</a:t>
            </a:r>
            <a:r>
              <a:rPr sz="1982" spc="-10" dirty="0">
                <a:solidFill>
                  <a:prstClr val="black"/>
                </a:solidFill>
                <a:latin typeface="Microsoft Sans Serif" panose="020B0604020202020204"/>
                <a:cs typeface="Microsoft Sans Serif" panose="020B0604020202020204"/>
              </a:rPr>
              <a:t>))</a:t>
            </a:r>
            <a:endParaRPr sz="1982">
              <a:solidFill>
                <a:prstClr val="black"/>
              </a:solidFill>
              <a:latin typeface="Microsoft Sans Serif" panose="020B0604020202020204"/>
              <a:cs typeface="Microsoft Sans Serif" panose="020B0604020202020204"/>
            </a:endParaRPr>
          </a:p>
          <a:p>
            <a:pPr marL="810396" marR="10067" indent="-786487" defTabSz="1812066">
              <a:spcBef>
                <a:spcPts val="773"/>
              </a:spcBef>
            </a:pPr>
            <a:r>
              <a:rPr sz="1982" spc="-10" dirty="0">
                <a:solidFill>
                  <a:srgbClr val="6D6E71"/>
                </a:solidFill>
                <a:latin typeface="Microsoft Sans Serif" panose="020B0604020202020204"/>
                <a:cs typeface="Microsoft Sans Serif" panose="020B0604020202020204"/>
              </a:rPr>
              <a:t>CO10</a:t>
            </a:r>
            <a:r>
              <a:rPr sz="1982" spc="59" dirty="0">
                <a:solidFill>
                  <a:srgbClr val="6D6E71"/>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Use</a:t>
            </a:r>
            <a:r>
              <a:rPr sz="1982"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modern</a:t>
            </a:r>
            <a:r>
              <a:rPr sz="1982" spc="10"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analysis</a:t>
            </a:r>
            <a:r>
              <a:rPr sz="1982"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and</a:t>
            </a:r>
            <a:r>
              <a:rPr sz="1982" spc="10"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design</a:t>
            </a:r>
            <a:r>
              <a:rPr sz="1982" spc="10"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tools</a:t>
            </a:r>
            <a:r>
              <a:rPr sz="1982"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in</a:t>
            </a:r>
            <a:r>
              <a:rPr sz="1982" spc="10"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the</a:t>
            </a:r>
            <a:r>
              <a:rPr sz="1982" spc="10"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process</a:t>
            </a:r>
            <a:r>
              <a:rPr sz="1982"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of</a:t>
            </a:r>
            <a:r>
              <a:rPr sz="1982" spc="10"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designing</a:t>
            </a:r>
            <a:r>
              <a:rPr sz="1982"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and </a:t>
            </a:r>
            <a:r>
              <a:rPr sz="1982" spc="-503"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validating</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system</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and</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subsystem.</a:t>
            </a:r>
            <a:r>
              <a:rPr sz="1982" spc="159"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t>
            </a:r>
            <a:r>
              <a:rPr sz="1982" b="1" spc="-10" dirty="0">
                <a:solidFill>
                  <a:prstClr val="black"/>
                </a:solidFill>
                <a:latin typeface="Arial" panose="020B0604020202020204"/>
                <a:cs typeface="Arial" panose="020B0604020202020204"/>
              </a:rPr>
              <a:t>e Modern</a:t>
            </a:r>
            <a:r>
              <a:rPr sz="1982" b="1" dirty="0">
                <a:solidFill>
                  <a:prstClr val="black"/>
                </a:solidFill>
                <a:latin typeface="Arial" panose="020B0604020202020204"/>
                <a:cs typeface="Arial" panose="020B0604020202020204"/>
              </a:rPr>
              <a:t> </a:t>
            </a:r>
            <a:r>
              <a:rPr sz="1982" b="1" spc="-10" dirty="0">
                <a:solidFill>
                  <a:prstClr val="black"/>
                </a:solidFill>
                <a:latin typeface="Arial" panose="020B0604020202020204"/>
                <a:cs typeface="Arial" panose="020B0604020202020204"/>
              </a:rPr>
              <a:t>tool usage</a:t>
            </a:r>
            <a:r>
              <a:rPr sz="1982" spc="-10" dirty="0">
                <a:solidFill>
                  <a:prstClr val="black"/>
                </a:solidFill>
                <a:latin typeface="Microsoft Sans Serif" panose="020B0604020202020204"/>
                <a:cs typeface="Microsoft Sans Serif" panose="020B0604020202020204"/>
              </a:rPr>
              <a:t>)</a:t>
            </a:r>
            <a:endParaRPr sz="1982">
              <a:solidFill>
                <a:prstClr val="black"/>
              </a:solidFill>
              <a:latin typeface="Microsoft Sans Serif" panose="020B0604020202020204"/>
              <a:cs typeface="Microsoft Sans Serif" panose="020B0604020202020204"/>
            </a:endParaRPr>
          </a:p>
          <a:p>
            <a:pPr marL="816688" marR="234059" indent="-792779" defTabSz="1812066">
              <a:spcBef>
                <a:spcPts val="773"/>
              </a:spcBef>
            </a:pPr>
            <a:r>
              <a:rPr sz="1982" spc="-10" dirty="0">
                <a:solidFill>
                  <a:srgbClr val="6D6E71"/>
                </a:solidFill>
                <a:latin typeface="Microsoft Sans Serif" panose="020B0604020202020204"/>
                <a:cs typeface="Microsoft Sans Serif" panose="020B0604020202020204"/>
              </a:rPr>
              <a:t>CO11</a:t>
            </a:r>
            <a:r>
              <a:rPr sz="1982" spc="69" dirty="0">
                <a:solidFill>
                  <a:srgbClr val="6D6E71"/>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Present</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design</a:t>
            </a:r>
            <a:r>
              <a:rPr sz="1982" spc="4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project</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results</a:t>
            </a:r>
            <a:r>
              <a:rPr sz="1982" spc="4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through</a:t>
            </a:r>
            <a:r>
              <a:rPr sz="1982" spc="4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written</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technical</a:t>
            </a:r>
            <a:r>
              <a:rPr sz="1982" spc="4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documents </a:t>
            </a:r>
            <a:r>
              <a:rPr sz="1982" spc="-503"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and</a:t>
            </a:r>
            <a:r>
              <a:rPr sz="1982" spc="10"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oral</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presentations.</a:t>
            </a:r>
            <a:r>
              <a:rPr sz="1982" spc="149"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t>
            </a:r>
            <a:r>
              <a:rPr sz="1982" b="1" spc="-10" dirty="0">
                <a:solidFill>
                  <a:prstClr val="black"/>
                </a:solidFill>
                <a:latin typeface="Arial" panose="020B0604020202020204"/>
                <a:cs typeface="Arial" panose="020B0604020202020204"/>
              </a:rPr>
              <a:t>j Communication</a:t>
            </a:r>
            <a:r>
              <a:rPr sz="1982" spc="-10" dirty="0">
                <a:solidFill>
                  <a:prstClr val="black"/>
                </a:solidFill>
                <a:latin typeface="Microsoft Sans Serif" panose="020B0604020202020204"/>
                <a:cs typeface="Microsoft Sans Serif" panose="020B0604020202020204"/>
              </a:rPr>
              <a:t>)</a:t>
            </a:r>
            <a:endParaRPr sz="1982">
              <a:solidFill>
                <a:prstClr val="black"/>
              </a:solidFill>
              <a:latin typeface="Microsoft Sans Serif" panose="020B0604020202020204"/>
              <a:cs typeface="Microsoft Sans Serif" panose="020B0604020202020204"/>
            </a:endParaRPr>
          </a:p>
          <a:p>
            <a:pPr marL="816688" marR="612831" indent="-792779" defTabSz="1812066">
              <a:spcBef>
                <a:spcPts val="773"/>
              </a:spcBef>
            </a:pPr>
            <a:r>
              <a:rPr sz="1982" spc="-10" dirty="0">
                <a:solidFill>
                  <a:srgbClr val="6D6E71"/>
                </a:solidFill>
                <a:latin typeface="Microsoft Sans Serif" panose="020B0604020202020204"/>
                <a:cs typeface="Microsoft Sans Serif" panose="020B0604020202020204"/>
              </a:rPr>
              <a:t>CO12</a:t>
            </a:r>
            <a:r>
              <a:rPr sz="1982" spc="50" dirty="0">
                <a:solidFill>
                  <a:srgbClr val="6D6E71"/>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Identify</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and</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engage</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in</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independent</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learning</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activities</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due</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to </a:t>
            </a:r>
            <a:r>
              <a:rPr sz="1982"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technological</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changes</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as</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required</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in</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the</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process</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of</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design</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and </a:t>
            </a:r>
            <a:r>
              <a:rPr sz="1982" spc="-495"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development</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of</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the</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project.</a:t>
            </a:r>
            <a:r>
              <a:rPr sz="1982" spc="149"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t>
            </a:r>
            <a:r>
              <a:rPr sz="1982" b="1" spc="-10" dirty="0">
                <a:solidFill>
                  <a:prstClr val="black"/>
                </a:solidFill>
                <a:latin typeface="Arial" panose="020B0604020202020204"/>
                <a:cs typeface="Arial" panose="020B0604020202020204"/>
              </a:rPr>
              <a:t>k Lifelong Learning</a:t>
            </a:r>
            <a:r>
              <a:rPr sz="1982" spc="-10" dirty="0">
                <a:solidFill>
                  <a:prstClr val="black"/>
                </a:solidFill>
                <a:latin typeface="Microsoft Sans Serif" panose="020B0604020202020204"/>
                <a:cs typeface="Microsoft Sans Serif" panose="020B0604020202020204"/>
              </a:rPr>
              <a:t>)</a:t>
            </a:r>
            <a:endParaRPr sz="1982">
              <a:solidFill>
                <a:prstClr val="black"/>
              </a:solidFill>
              <a:latin typeface="Microsoft Sans Serif" panose="020B0604020202020204"/>
              <a:cs typeface="Microsoft Sans Serif" panose="020B0604020202020204"/>
            </a:endParaRPr>
          </a:p>
        </p:txBody>
      </p:sp>
      <p:sp>
        <p:nvSpPr>
          <p:cNvPr id="5" name="object 5"/>
          <p:cNvSpPr txBox="1">
            <a:spLocks noGrp="1"/>
          </p:cNvSpPr>
          <p:nvPr>
            <p:ph type="dt" sz="half" idx="6"/>
          </p:nvPr>
        </p:nvSpPr>
        <p:spPr>
          <a:xfrm>
            <a:off x="2408282" y="13082829"/>
            <a:ext cx="3893600"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Swakkhar</a:t>
            </a:r>
            <a:r>
              <a:rPr spc="-59" dirty="0">
                <a:solidFill>
                  <a:prstClr val="white"/>
                </a:solidFill>
              </a:rPr>
              <a:t> </a:t>
            </a:r>
            <a:r>
              <a:rPr spc="-10" dirty="0">
                <a:solidFill>
                  <a:prstClr val="white"/>
                </a:solidFill>
              </a:rPr>
              <a:t>Shatabda</a:t>
            </a:r>
          </a:p>
        </p:txBody>
      </p:sp>
      <p:sp>
        <p:nvSpPr>
          <p:cNvPr id="6" name="object 6"/>
          <p:cNvSpPr txBox="1"/>
          <p:nvPr/>
        </p:nvSpPr>
        <p:spPr>
          <a:xfrm>
            <a:off x="5288559" y="6601983"/>
            <a:ext cx="937470" cy="199518"/>
          </a:xfrm>
          <a:prstGeom prst="rect">
            <a:avLst/>
          </a:prstGeom>
        </p:spPr>
        <p:txBody>
          <a:bodyPr vert="horz" wrap="square" lIns="0" tIns="16359" rIns="0" bIns="0" rtlCol="0">
            <a:spAutoFit/>
          </a:bodyPr>
          <a:lstStyle/>
          <a:p>
            <a:pPr marL="25168" defTabSz="1812066">
              <a:spcBef>
                <a:spcPts val="129"/>
              </a:spcBef>
            </a:pPr>
            <a:r>
              <a:rPr sz="1189" b="1" spc="-10" dirty="0">
                <a:solidFill>
                  <a:srgbClr val="FFFFFF"/>
                </a:solidFill>
                <a:latin typeface="Arial" panose="020B0604020202020204"/>
                <a:cs typeface="Arial" panose="020B0604020202020204"/>
                <a:hlinkClick r:id="rId2" action="ppaction://hlinksldjump"/>
              </a:rPr>
              <a:t>Assessment</a:t>
            </a:r>
            <a:endParaRPr sz="1189">
              <a:solidFill>
                <a:prstClr val="black"/>
              </a:solidFill>
              <a:latin typeface="Arial" panose="020B0604020202020204"/>
              <a:cs typeface="Arial" panose="020B0604020202020204"/>
            </a:endParaRPr>
          </a:p>
        </p:txBody>
      </p:sp>
      <p:sp>
        <p:nvSpPr>
          <p:cNvPr id="7" name="object 7"/>
          <p:cNvSpPr txBox="1">
            <a:spLocks noGrp="1"/>
          </p:cNvSpPr>
          <p:nvPr>
            <p:ph type="ftr" sz="quarter" idx="5"/>
          </p:nvPr>
        </p:nvSpPr>
        <p:spPr>
          <a:xfrm>
            <a:off x="20650673" y="13082827"/>
            <a:ext cx="3773793"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7th</a:t>
            </a:r>
            <a:r>
              <a:rPr spc="-59" dirty="0">
                <a:solidFill>
                  <a:prstClr val="white"/>
                </a:solidFill>
              </a:rPr>
              <a:t> </a:t>
            </a:r>
            <a:r>
              <a:rPr spc="-10" dirty="0">
                <a:solidFill>
                  <a:prstClr val="white"/>
                </a:solidFill>
              </a:rPr>
              <a:t>November</a:t>
            </a:r>
            <a:r>
              <a:rPr spc="-50" dirty="0">
                <a:solidFill>
                  <a:prstClr val="white"/>
                </a:solidFill>
              </a:rPr>
              <a:t> </a:t>
            </a:r>
            <a:r>
              <a:rPr spc="-10" dirty="0">
                <a:solidFill>
                  <a:prstClr val="white"/>
                </a:solidFill>
              </a:rPr>
              <a:t>2021</a:t>
            </a:r>
          </a:p>
        </p:txBody>
      </p:sp>
      <p:sp>
        <p:nvSpPr>
          <p:cNvPr id="8" name="object 8"/>
          <p:cNvSpPr txBox="1">
            <a:spLocks noGrp="1"/>
          </p:cNvSpPr>
          <p:nvPr>
            <p:ph type="sldNum" sz="quarter" idx="7"/>
          </p:nvPr>
        </p:nvSpPr>
        <p:spPr>
          <a:xfrm>
            <a:off x="25063817" y="13082829"/>
            <a:ext cx="1683898" cy="199518"/>
          </a:xfrm>
          <a:prstGeom prst="rect">
            <a:avLst/>
          </a:prstGeom>
        </p:spPr>
        <p:txBody>
          <a:bodyPr vert="horz" wrap="square" lIns="0" tIns="16359" rIns="0" bIns="0" rtlCol="0">
            <a:spAutoFit/>
          </a:bodyPr>
          <a:lstStyle/>
          <a:p>
            <a:pPr marL="75503" defTabSz="1812066">
              <a:spcBef>
                <a:spcPts val="129"/>
              </a:spcBef>
            </a:pPr>
            <a:r>
              <a:rPr spc="-10" dirty="0">
                <a:solidFill>
                  <a:prstClr val="white"/>
                </a:solidFill>
              </a:rPr>
              <a:t>4</a:t>
            </a:r>
            <a:r>
              <a:rPr spc="-59" dirty="0">
                <a:solidFill>
                  <a:prstClr val="white"/>
                </a:solidFill>
              </a:rPr>
              <a:t> </a:t>
            </a:r>
            <a:r>
              <a:rPr spc="-10" dirty="0">
                <a:solidFill>
                  <a:prstClr val="white"/>
                </a:solidFill>
              </a:rPr>
              <a:t>/</a:t>
            </a:r>
            <a:r>
              <a:rPr spc="-59" dirty="0">
                <a:solidFill>
                  <a:prstClr val="white"/>
                </a:solidFill>
              </a:rPr>
              <a:t> </a:t>
            </a:r>
            <a:r>
              <a:rPr spc="-10" dirty="0">
                <a:solidFill>
                  <a:prstClr val="white"/>
                </a:solidFill>
              </a:rPr>
              <a:t>15</a:t>
            </a: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77323" y="214463"/>
            <a:ext cx="5744361" cy="548970"/>
          </a:xfrm>
          <a:prstGeom prst="rect">
            <a:avLst/>
          </a:prstGeom>
        </p:spPr>
        <p:txBody>
          <a:bodyPr vert="horz" wrap="square" lIns="0" tIns="30200" rIns="0" bIns="0" rtlCol="0">
            <a:spAutoFit/>
          </a:bodyPr>
          <a:lstStyle/>
          <a:p>
            <a:pPr marL="25168">
              <a:spcBef>
                <a:spcPts val="238"/>
              </a:spcBef>
            </a:pPr>
            <a:r>
              <a:rPr spc="10" dirty="0"/>
              <a:t>Course</a:t>
            </a:r>
            <a:r>
              <a:rPr spc="-20" dirty="0"/>
              <a:t> Teacher</a:t>
            </a:r>
            <a:r>
              <a:rPr spc="-10" dirty="0"/>
              <a:t> </a:t>
            </a:r>
            <a:r>
              <a:rPr spc="20" dirty="0"/>
              <a:t>and</a:t>
            </a:r>
            <a:r>
              <a:rPr spc="-20" dirty="0"/>
              <a:t> </a:t>
            </a:r>
            <a:r>
              <a:rPr spc="20" dirty="0"/>
              <a:t>Mentor</a:t>
            </a:r>
          </a:p>
        </p:txBody>
      </p:sp>
      <p:sp>
        <p:nvSpPr>
          <p:cNvPr id="13" name="object 13"/>
          <p:cNvSpPr txBox="1"/>
          <p:nvPr/>
        </p:nvSpPr>
        <p:spPr>
          <a:xfrm>
            <a:off x="2320954" y="1012972"/>
            <a:ext cx="7151193" cy="3734570"/>
          </a:xfrm>
          <a:prstGeom prst="rect">
            <a:avLst/>
          </a:prstGeom>
        </p:spPr>
        <p:txBody>
          <a:bodyPr vert="horz" wrap="square" lIns="0" tIns="25167" rIns="0" bIns="0" rtlCol="0">
            <a:spAutoFit/>
          </a:bodyPr>
          <a:lstStyle/>
          <a:p>
            <a:pPr marL="364930" marR="4432013" indent="-339762" defTabSz="1812066">
              <a:lnSpc>
                <a:spcPct val="113000"/>
              </a:lnSpc>
              <a:spcBef>
                <a:spcPts val="198"/>
              </a:spcBef>
              <a:buFont typeface="Wingdings" panose="05000000000000000000" pitchFamily="2" charset="2"/>
              <a:buChar char="q"/>
            </a:pPr>
            <a:r>
              <a:rPr sz="2180" spc="-10" dirty="0">
                <a:solidFill>
                  <a:prstClr val="black"/>
                </a:solidFill>
                <a:latin typeface="Microsoft Sans Serif" panose="020B0604020202020204"/>
                <a:cs typeface="Microsoft Sans Serif" panose="020B0604020202020204"/>
              </a:rPr>
              <a:t>Course</a:t>
            </a:r>
            <a:r>
              <a:rPr sz="218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teacher</a:t>
            </a:r>
            <a:endParaRPr sz="2180" dirty="0">
              <a:solidFill>
                <a:prstClr val="black"/>
              </a:solidFill>
              <a:latin typeface="Microsoft Sans Serif" panose="020B0604020202020204"/>
              <a:cs typeface="Microsoft Sans Serif" panose="020B0604020202020204"/>
            </a:endParaRPr>
          </a:p>
          <a:p>
            <a:pPr marL="913584" indent="-339762" defTabSz="1812066">
              <a:spcBef>
                <a:spcPts val="347"/>
              </a:spcBef>
              <a:buFont typeface="Wingdings" panose="05000000000000000000" pitchFamily="2" charset="2"/>
              <a:buChar char="q"/>
            </a:pPr>
            <a:r>
              <a:rPr sz="1982" spc="-10" dirty="0">
                <a:solidFill>
                  <a:prstClr val="black"/>
                </a:solidFill>
                <a:latin typeface="Microsoft Sans Serif" panose="020B0604020202020204"/>
                <a:cs typeface="Microsoft Sans Serif" panose="020B0604020202020204"/>
              </a:rPr>
              <a:t>Who</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is</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conducting</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CSE</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4000A</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in</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the</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first</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trimester</a:t>
            </a:r>
            <a:endParaRPr sz="1982" dirty="0">
              <a:solidFill>
                <a:prstClr val="black"/>
              </a:solidFill>
              <a:latin typeface="Microsoft Sans Serif" panose="020B0604020202020204"/>
              <a:cs typeface="Microsoft Sans Serif" panose="020B0604020202020204"/>
            </a:endParaRPr>
          </a:p>
          <a:p>
            <a:pPr marL="364930" indent="-339762" defTabSz="1812066">
              <a:spcBef>
                <a:spcPts val="386"/>
              </a:spcBef>
              <a:buFont typeface="Wingdings" panose="05000000000000000000" pitchFamily="2" charset="2"/>
              <a:buChar char="q"/>
            </a:pPr>
            <a:r>
              <a:rPr sz="2180" spc="-10" dirty="0">
                <a:solidFill>
                  <a:prstClr val="black"/>
                </a:solidFill>
                <a:latin typeface="Microsoft Sans Serif" panose="020B0604020202020204"/>
                <a:cs typeface="Microsoft Sans Serif" panose="020B0604020202020204"/>
              </a:rPr>
              <a:t>Mentor</a:t>
            </a:r>
            <a:endParaRPr sz="2180" dirty="0">
              <a:solidFill>
                <a:prstClr val="black"/>
              </a:solidFill>
              <a:latin typeface="Microsoft Sans Serif" panose="020B0604020202020204"/>
              <a:cs typeface="Microsoft Sans Serif" panose="020B0604020202020204"/>
            </a:endParaRPr>
          </a:p>
          <a:p>
            <a:pPr marL="913584" indent="-339762" defTabSz="1812066">
              <a:lnSpc>
                <a:spcPts val="2378"/>
              </a:lnSpc>
              <a:spcBef>
                <a:spcPts val="347"/>
              </a:spcBef>
              <a:buFont typeface="Wingdings" panose="05000000000000000000" pitchFamily="2" charset="2"/>
              <a:buChar char="q"/>
            </a:pPr>
            <a:r>
              <a:rPr sz="1982" spc="-20" dirty="0">
                <a:solidFill>
                  <a:prstClr val="black"/>
                </a:solidFill>
                <a:latin typeface="Microsoft Sans Serif" panose="020B0604020202020204"/>
                <a:cs typeface="Microsoft Sans Serif" panose="020B0604020202020204"/>
              </a:rPr>
              <a:t>Faculty</a:t>
            </a:r>
            <a:r>
              <a:rPr sz="1982" spc="1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member</a:t>
            </a:r>
            <a:r>
              <a:rPr sz="1982" spc="1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who</a:t>
            </a:r>
            <a:r>
              <a:rPr sz="1982" spc="10"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will</a:t>
            </a:r>
            <a:r>
              <a:rPr sz="1982" spc="10" dirty="0">
                <a:solidFill>
                  <a:prstClr val="black"/>
                </a:solidFill>
                <a:latin typeface="Microsoft Sans Serif" panose="020B0604020202020204"/>
                <a:cs typeface="Microsoft Sans Serif" panose="020B0604020202020204"/>
              </a:rPr>
              <a:t> </a:t>
            </a:r>
            <a:r>
              <a:rPr sz="1982" dirty="0">
                <a:solidFill>
                  <a:prstClr val="black"/>
                </a:solidFill>
                <a:latin typeface="Microsoft Sans Serif" panose="020B0604020202020204"/>
                <a:cs typeface="Microsoft Sans Serif" panose="020B0604020202020204"/>
              </a:rPr>
              <a:t>supervise</a:t>
            </a:r>
            <a:r>
              <a:rPr sz="1982" spc="1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the</a:t>
            </a:r>
            <a:r>
              <a:rPr sz="1982" spc="1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FYDP</a:t>
            </a:r>
            <a:endParaRPr sz="1982" dirty="0">
              <a:solidFill>
                <a:prstClr val="black"/>
              </a:solidFill>
              <a:latin typeface="Microsoft Sans Serif" panose="020B0604020202020204"/>
              <a:cs typeface="Microsoft Sans Serif" panose="020B0604020202020204"/>
            </a:endParaRPr>
          </a:p>
          <a:p>
            <a:pPr marL="913584" marR="254193" indent="-339762" defTabSz="1812066">
              <a:lnSpc>
                <a:spcPts val="2378"/>
              </a:lnSpc>
              <a:spcBef>
                <a:spcPts val="69"/>
              </a:spcBef>
              <a:buFont typeface="Wingdings" panose="05000000000000000000" pitchFamily="2" charset="2"/>
              <a:buChar char="q"/>
            </a:pPr>
            <a:r>
              <a:rPr sz="1982" spc="-20" dirty="0">
                <a:solidFill>
                  <a:prstClr val="black"/>
                </a:solidFill>
                <a:latin typeface="Microsoft Sans Serif" panose="020B0604020202020204"/>
                <a:cs typeface="Microsoft Sans Serif" panose="020B0604020202020204"/>
              </a:rPr>
              <a:t>Will</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work</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as</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guide</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and</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advise</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the</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students</a:t>
            </a:r>
            <a:r>
              <a:rPr sz="1982" spc="20"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towards</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the </a:t>
            </a:r>
            <a:r>
              <a:rPr sz="1982" spc="-495"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successful</a:t>
            </a:r>
            <a:r>
              <a:rPr sz="1982" spc="1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completion</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of</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the</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project</a:t>
            </a:r>
            <a:endParaRPr sz="1982" dirty="0">
              <a:solidFill>
                <a:prstClr val="black"/>
              </a:solidFill>
              <a:latin typeface="Microsoft Sans Serif" panose="020B0604020202020204"/>
              <a:cs typeface="Microsoft Sans Serif" panose="020B0604020202020204"/>
            </a:endParaRPr>
          </a:p>
          <a:p>
            <a:pPr marL="913584" indent="-339762" defTabSz="1812066">
              <a:lnSpc>
                <a:spcPts val="2279"/>
              </a:lnSpc>
              <a:buFont typeface="Wingdings" panose="05000000000000000000" pitchFamily="2" charset="2"/>
              <a:buChar char="q"/>
            </a:pPr>
            <a:r>
              <a:rPr sz="1982" spc="-10" dirty="0">
                <a:solidFill>
                  <a:prstClr val="black"/>
                </a:solidFill>
                <a:latin typeface="Microsoft Sans Serif" panose="020B0604020202020204"/>
                <a:cs typeface="Microsoft Sans Serif" panose="020B0604020202020204"/>
              </a:rPr>
              <a:t>The</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students</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in</a:t>
            </a:r>
            <a:r>
              <a:rPr sz="1982" spc="20"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will</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solely</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be</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responsible</a:t>
            </a:r>
            <a:r>
              <a:rPr sz="1982" spc="30"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for</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the</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successful</a:t>
            </a:r>
            <a:r>
              <a:rPr lang="en-GB" sz="1982"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completion of the</a:t>
            </a:r>
            <a:r>
              <a:rPr sz="1982"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FYDP</a:t>
            </a:r>
            <a:endParaRPr sz="1982" dirty="0">
              <a:solidFill>
                <a:prstClr val="black"/>
              </a:solidFill>
              <a:latin typeface="Microsoft Sans Serif" panose="020B0604020202020204"/>
              <a:cs typeface="Microsoft Sans Serif" panose="020B0604020202020204"/>
            </a:endParaRPr>
          </a:p>
          <a:p>
            <a:pPr marL="364930" indent="-339762" defTabSz="1812066">
              <a:spcBef>
                <a:spcPts val="386"/>
              </a:spcBef>
              <a:buFont typeface="Wingdings" panose="05000000000000000000" pitchFamily="2" charset="2"/>
              <a:buChar char="q"/>
            </a:pPr>
            <a:r>
              <a:rPr sz="2180" spc="-20" dirty="0">
                <a:solidFill>
                  <a:prstClr val="black"/>
                </a:solidFill>
                <a:latin typeface="Microsoft Sans Serif" panose="020B0604020202020204"/>
                <a:cs typeface="Microsoft Sans Serif" panose="020B0604020202020204"/>
              </a:rPr>
              <a:t>A</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course</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teacher</a:t>
            </a:r>
            <a:r>
              <a:rPr sz="2180" spc="10" dirty="0">
                <a:solidFill>
                  <a:prstClr val="black"/>
                </a:solidFill>
                <a:latin typeface="Microsoft Sans Serif" panose="020B0604020202020204"/>
                <a:cs typeface="Microsoft Sans Serif" panose="020B0604020202020204"/>
              </a:rPr>
              <a:t> </a:t>
            </a:r>
            <a:r>
              <a:rPr sz="2180" spc="-40" dirty="0">
                <a:solidFill>
                  <a:prstClr val="black"/>
                </a:solidFill>
                <a:latin typeface="Microsoft Sans Serif" panose="020B0604020202020204"/>
                <a:cs typeface="Microsoft Sans Serif" panose="020B0604020202020204"/>
              </a:rPr>
              <a:t>for</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one</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section</a:t>
            </a:r>
            <a:endParaRPr sz="2180" dirty="0">
              <a:solidFill>
                <a:prstClr val="black"/>
              </a:solidFill>
              <a:latin typeface="Microsoft Sans Serif" panose="020B0604020202020204"/>
              <a:cs typeface="Microsoft Sans Serif" panose="020B0604020202020204"/>
            </a:endParaRPr>
          </a:p>
          <a:p>
            <a:pPr marL="913584" marR="460567" indent="-339762" defTabSz="1812066">
              <a:spcBef>
                <a:spcPts val="347"/>
              </a:spcBef>
              <a:buFont typeface="Wingdings" panose="05000000000000000000" pitchFamily="2" charset="2"/>
              <a:buChar char="q"/>
            </a:pPr>
            <a:r>
              <a:rPr sz="1982" spc="-10" dirty="0">
                <a:solidFill>
                  <a:prstClr val="black"/>
                </a:solidFill>
                <a:latin typeface="Microsoft Sans Serif" panose="020B0604020202020204"/>
                <a:cs typeface="Microsoft Sans Serif" panose="020B0604020202020204"/>
              </a:rPr>
              <a:t>Might</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be</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mentor</a:t>
            </a:r>
            <a:r>
              <a:rPr sz="1982" spc="30"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for</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other</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section</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of</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the</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same</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trimester </a:t>
            </a:r>
            <a:r>
              <a:rPr sz="1982" spc="-495"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Or</a:t>
            </a:r>
            <a:r>
              <a:rPr sz="1982" spc="1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mentor</a:t>
            </a:r>
            <a:r>
              <a:rPr sz="1982" spc="20"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for</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other</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trimesters</a:t>
            </a:r>
            <a:endParaRPr sz="1982" dirty="0">
              <a:solidFill>
                <a:prstClr val="black"/>
              </a:solidFill>
              <a:latin typeface="Microsoft Sans Serif" panose="020B0604020202020204"/>
              <a:cs typeface="Microsoft Sans Serif" panose="020B0604020202020204"/>
            </a:endParaRPr>
          </a:p>
        </p:txBody>
      </p:sp>
      <p:sp>
        <p:nvSpPr>
          <p:cNvPr id="15" name="object 15"/>
          <p:cNvSpPr txBox="1">
            <a:spLocks noGrp="1"/>
          </p:cNvSpPr>
          <p:nvPr>
            <p:ph type="dt" sz="half" idx="6"/>
          </p:nvPr>
        </p:nvSpPr>
        <p:spPr>
          <a:xfrm>
            <a:off x="2408282" y="13082829"/>
            <a:ext cx="3893600"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Swakkhar</a:t>
            </a:r>
            <a:r>
              <a:rPr spc="-59" dirty="0">
                <a:solidFill>
                  <a:prstClr val="white"/>
                </a:solidFill>
              </a:rPr>
              <a:t> </a:t>
            </a:r>
            <a:r>
              <a:rPr spc="-10" dirty="0">
                <a:solidFill>
                  <a:prstClr val="white"/>
                </a:solidFill>
              </a:rPr>
              <a:t>Shatabda</a:t>
            </a:r>
          </a:p>
        </p:txBody>
      </p:sp>
      <p:sp>
        <p:nvSpPr>
          <p:cNvPr id="16" name="object 16"/>
          <p:cNvSpPr txBox="1"/>
          <p:nvPr/>
        </p:nvSpPr>
        <p:spPr>
          <a:xfrm>
            <a:off x="5288559" y="6601983"/>
            <a:ext cx="937470" cy="199518"/>
          </a:xfrm>
          <a:prstGeom prst="rect">
            <a:avLst/>
          </a:prstGeom>
        </p:spPr>
        <p:txBody>
          <a:bodyPr vert="horz" wrap="square" lIns="0" tIns="16359" rIns="0" bIns="0" rtlCol="0">
            <a:spAutoFit/>
          </a:bodyPr>
          <a:lstStyle/>
          <a:p>
            <a:pPr marL="25168" defTabSz="1812066">
              <a:spcBef>
                <a:spcPts val="129"/>
              </a:spcBef>
            </a:pPr>
            <a:r>
              <a:rPr sz="1189" b="1" spc="-10" dirty="0">
                <a:solidFill>
                  <a:srgbClr val="FFFFFF"/>
                </a:solidFill>
                <a:latin typeface="Arial" panose="020B0604020202020204"/>
                <a:cs typeface="Arial" panose="020B0604020202020204"/>
                <a:hlinkClick r:id="rId2" action="ppaction://hlinksldjump"/>
              </a:rPr>
              <a:t>Assessment</a:t>
            </a:r>
            <a:endParaRPr sz="1189">
              <a:solidFill>
                <a:prstClr val="black"/>
              </a:solidFill>
              <a:latin typeface="Arial" panose="020B0604020202020204"/>
              <a:cs typeface="Arial" panose="020B0604020202020204"/>
            </a:endParaRPr>
          </a:p>
        </p:txBody>
      </p:sp>
      <p:sp>
        <p:nvSpPr>
          <p:cNvPr id="17" name="object 17"/>
          <p:cNvSpPr txBox="1">
            <a:spLocks noGrp="1"/>
          </p:cNvSpPr>
          <p:nvPr>
            <p:ph type="ftr" sz="quarter" idx="5"/>
          </p:nvPr>
        </p:nvSpPr>
        <p:spPr>
          <a:xfrm>
            <a:off x="20650673" y="13082827"/>
            <a:ext cx="3773793"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7th</a:t>
            </a:r>
            <a:r>
              <a:rPr spc="-59" dirty="0">
                <a:solidFill>
                  <a:prstClr val="white"/>
                </a:solidFill>
              </a:rPr>
              <a:t> </a:t>
            </a:r>
            <a:r>
              <a:rPr spc="-10" dirty="0">
                <a:solidFill>
                  <a:prstClr val="white"/>
                </a:solidFill>
              </a:rPr>
              <a:t>November</a:t>
            </a:r>
            <a:r>
              <a:rPr spc="-50" dirty="0">
                <a:solidFill>
                  <a:prstClr val="white"/>
                </a:solidFill>
              </a:rPr>
              <a:t> </a:t>
            </a:r>
            <a:r>
              <a:rPr spc="-10" dirty="0">
                <a:solidFill>
                  <a:prstClr val="white"/>
                </a:solidFill>
              </a:rPr>
              <a:t>2021</a:t>
            </a:r>
          </a:p>
        </p:txBody>
      </p:sp>
      <p:sp>
        <p:nvSpPr>
          <p:cNvPr id="18" name="object 18"/>
          <p:cNvSpPr txBox="1">
            <a:spLocks noGrp="1"/>
          </p:cNvSpPr>
          <p:nvPr>
            <p:ph type="sldNum" sz="quarter" idx="7"/>
          </p:nvPr>
        </p:nvSpPr>
        <p:spPr>
          <a:xfrm>
            <a:off x="25063817" y="13082829"/>
            <a:ext cx="1683898" cy="199518"/>
          </a:xfrm>
          <a:prstGeom prst="rect">
            <a:avLst/>
          </a:prstGeom>
        </p:spPr>
        <p:txBody>
          <a:bodyPr vert="horz" wrap="square" lIns="0" tIns="16359" rIns="0" bIns="0" rtlCol="0">
            <a:spAutoFit/>
          </a:bodyPr>
          <a:lstStyle/>
          <a:p>
            <a:pPr marL="75503" defTabSz="1812066">
              <a:spcBef>
                <a:spcPts val="129"/>
              </a:spcBef>
            </a:pPr>
            <a:r>
              <a:rPr spc="-10" dirty="0">
                <a:solidFill>
                  <a:prstClr val="white"/>
                </a:solidFill>
              </a:rPr>
              <a:t>5</a:t>
            </a:r>
            <a:r>
              <a:rPr spc="-59" dirty="0">
                <a:solidFill>
                  <a:prstClr val="white"/>
                </a:solidFill>
              </a:rPr>
              <a:t> </a:t>
            </a:r>
            <a:r>
              <a:rPr spc="-10" dirty="0">
                <a:solidFill>
                  <a:prstClr val="white"/>
                </a:solidFill>
              </a:rPr>
              <a:t>/</a:t>
            </a:r>
            <a:r>
              <a:rPr spc="-59" dirty="0">
                <a:solidFill>
                  <a:prstClr val="white"/>
                </a:solidFill>
              </a:rPr>
              <a:t> </a:t>
            </a:r>
            <a:r>
              <a:rPr spc="-10" dirty="0">
                <a:solidFill>
                  <a:prstClr val="white"/>
                </a:solidFill>
              </a:rPr>
              <a:t>15</a:t>
            </a: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77322" y="214463"/>
            <a:ext cx="4306069" cy="548970"/>
          </a:xfrm>
          <a:prstGeom prst="rect">
            <a:avLst/>
          </a:prstGeom>
        </p:spPr>
        <p:txBody>
          <a:bodyPr vert="horz" wrap="square" lIns="0" tIns="30200" rIns="0" bIns="0" rtlCol="0">
            <a:spAutoFit/>
          </a:bodyPr>
          <a:lstStyle/>
          <a:p>
            <a:pPr marL="25168">
              <a:spcBef>
                <a:spcPts val="238"/>
              </a:spcBef>
            </a:pPr>
            <a:r>
              <a:rPr spc="20" dirty="0"/>
              <a:t>Selection</a:t>
            </a:r>
            <a:r>
              <a:rPr spc="-59" dirty="0"/>
              <a:t> </a:t>
            </a:r>
            <a:r>
              <a:rPr spc="20" dirty="0"/>
              <a:t>of</a:t>
            </a:r>
            <a:r>
              <a:rPr spc="-59" dirty="0"/>
              <a:t> </a:t>
            </a:r>
            <a:r>
              <a:rPr spc="10" dirty="0"/>
              <a:t>Mentors</a:t>
            </a:r>
          </a:p>
        </p:txBody>
      </p:sp>
      <p:sp>
        <p:nvSpPr>
          <p:cNvPr id="4" name="object 4"/>
          <p:cNvSpPr txBox="1"/>
          <p:nvPr/>
        </p:nvSpPr>
        <p:spPr>
          <a:xfrm>
            <a:off x="2242308" y="1163973"/>
            <a:ext cx="7707385" cy="3330526"/>
          </a:xfrm>
          <a:prstGeom prst="rect">
            <a:avLst/>
          </a:prstGeom>
        </p:spPr>
        <p:txBody>
          <a:bodyPr vert="horz" wrap="square" lIns="0" tIns="13842" rIns="0" bIns="0" rtlCol="0">
            <a:spAutoFit/>
          </a:bodyPr>
          <a:lstStyle/>
          <a:p>
            <a:pPr marL="364930" marR="1099824" indent="-339762" defTabSz="1812066">
              <a:lnSpc>
                <a:spcPct val="103000"/>
              </a:lnSpc>
              <a:spcBef>
                <a:spcPts val="109"/>
              </a:spcBef>
              <a:buFont typeface="Wingdings" panose="05000000000000000000" pitchFamily="2" charset="2"/>
              <a:buChar char="q"/>
            </a:pPr>
            <a:r>
              <a:rPr sz="2180" spc="-20" dirty="0">
                <a:solidFill>
                  <a:prstClr val="black"/>
                </a:solidFill>
                <a:latin typeface="Microsoft Sans Serif" panose="020B0604020202020204"/>
                <a:cs typeface="Microsoft Sans Serif" panose="020B0604020202020204"/>
              </a:rPr>
              <a:t>The</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students’</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group</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should</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talk</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to</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their</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desired</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faculty </a:t>
            </a:r>
            <a:r>
              <a:rPr sz="2180" spc="-555"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member(s)</a:t>
            </a:r>
            <a:endParaRPr sz="2180" dirty="0">
              <a:solidFill>
                <a:prstClr val="black"/>
              </a:solidFill>
              <a:latin typeface="Microsoft Sans Serif" panose="020B0604020202020204"/>
              <a:cs typeface="Microsoft Sans Serif" panose="020B0604020202020204"/>
            </a:endParaRPr>
          </a:p>
          <a:p>
            <a:pPr marL="364930" marR="10067" indent="-339762" defTabSz="1812066">
              <a:lnSpc>
                <a:spcPct val="103000"/>
              </a:lnSpc>
              <a:spcBef>
                <a:spcPts val="585"/>
              </a:spcBef>
              <a:buFont typeface="Wingdings" panose="05000000000000000000" pitchFamily="2" charset="2"/>
              <a:buChar char="q"/>
            </a:pPr>
            <a:r>
              <a:rPr sz="2180" spc="-10" dirty="0">
                <a:solidFill>
                  <a:prstClr val="black"/>
                </a:solidFill>
                <a:latin typeface="Microsoft Sans Serif" panose="020B0604020202020204"/>
                <a:cs typeface="Microsoft Sans Serif" panose="020B0604020202020204"/>
              </a:rPr>
              <a:t>After</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faculty</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member</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agrees,</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group</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should</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fill</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up</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form </a:t>
            </a:r>
            <a:r>
              <a:rPr sz="2180" spc="-545"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collecting</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signature</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of</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faculty</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member</a:t>
            </a:r>
            <a:endParaRPr sz="2180" dirty="0">
              <a:solidFill>
                <a:prstClr val="black"/>
              </a:solidFill>
              <a:latin typeface="Microsoft Sans Serif" panose="020B0604020202020204"/>
              <a:cs typeface="Microsoft Sans Serif" panose="020B0604020202020204"/>
            </a:endParaRPr>
          </a:p>
          <a:p>
            <a:pPr marL="364930" marR="546137" indent="-339762" defTabSz="1812066">
              <a:lnSpc>
                <a:spcPct val="103000"/>
              </a:lnSpc>
              <a:spcBef>
                <a:spcPts val="595"/>
              </a:spcBef>
              <a:buFont typeface="Wingdings" panose="05000000000000000000" pitchFamily="2" charset="2"/>
              <a:buChar char="q"/>
            </a:pPr>
            <a:r>
              <a:rPr sz="2180" spc="-10" dirty="0">
                <a:solidFill>
                  <a:prstClr val="black"/>
                </a:solidFill>
                <a:latin typeface="Microsoft Sans Serif" panose="020B0604020202020204"/>
                <a:cs typeface="Microsoft Sans Serif" panose="020B0604020202020204"/>
              </a:rPr>
              <a:t>After</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submission</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of</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form,</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a:t>
            </a:r>
            <a:r>
              <a:rPr sz="2180" spc="4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department</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will</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finally </a:t>
            </a:r>
            <a:r>
              <a:rPr sz="2180" spc="-555"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assign</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mentor</a:t>
            </a:r>
            <a:r>
              <a:rPr sz="2180" spc="30" dirty="0">
                <a:solidFill>
                  <a:prstClr val="black"/>
                </a:solidFill>
                <a:latin typeface="Microsoft Sans Serif" panose="020B0604020202020204"/>
                <a:cs typeface="Microsoft Sans Serif" panose="020B0604020202020204"/>
              </a:rPr>
              <a:t> </a:t>
            </a:r>
            <a:r>
              <a:rPr sz="2180" spc="-40" dirty="0">
                <a:solidFill>
                  <a:prstClr val="black"/>
                </a:solidFill>
                <a:latin typeface="Microsoft Sans Serif" panose="020B0604020202020204"/>
                <a:cs typeface="Microsoft Sans Serif" panose="020B0604020202020204"/>
              </a:rPr>
              <a:t>for</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particular</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group</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after</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checking</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 </a:t>
            </a:r>
            <a:r>
              <a:rPr sz="2180" dirty="0">
                <a:solidFill>
                  <a:prstClr val="black"/>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availability</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of</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mentor</a:t>
            </a:r>
            <a:endParaRPr sz="2180" dirty="0">
              <a:solidFill>
                <a:prstClr val="black"/>
              </a:solidFill>
              <a:latin typeface="Microsoft Sans Serif" panose="020B0604020202020204"/>
              <a:cs typeface="Microsoft Sans Serif" panose="020B0604020202020204"/>
            </a:endParaRPr>
          </a:p>
          <a:p>
            <a:pPr marL="364930" marR="179948" indent="-339762" defTabSz="1812066">
              <a:lnSpc>
                <a:spcPct val="103000"/>
              </a:lnSpc>
              <a:spcBef>
                <a:spcPts val="595"/>
              </a:spcBef>
              <a:buFont typeface="Wingdings" panose="05000000000000000000" pitchFamily="2" charset="2"/>
              <a:buChar char="q"/>
            </a:pPr>
            <a:r>
              <a:rPr sz="2180" spc="-20" dirty="0">
                <a:solidFill>
                  <a:prstClr val="black"/>
                </a:solidFill>
                <a:latin typeface="Microsoft Sans Serif" panose="020B0604020202020204"/>
                <a:cs typeface="Microsoft Sans Serif" panose="020B0604020202020204"/>
              </a:rPr>
              <a:t>A</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faculty</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will</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not</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be</a:t>
            </a:r>
            <a:r>
              <a:rPr sz="2180" spc="20" dirty="0">
                <a:solidFill>
                  <a:prstClr val="black"/>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allowed</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to</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supervise</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more</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than</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3</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projects </a:t>
            </a:r>
            <a:r>
              <a:rPr sz="2180" spc="-545"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simultaneously</a:t>
            </a:r>
            <a:endParaRPr sz="2180" dirty="0">
              <a:solidFill>
                <a:prstClr val="black"/>
              </a:solidFill>
              <a:latin typeface="Microsoft Sans Serif" panose="020B0604020202020204"/>
              <a:cs typeface="Microsoft Sans Serif" panose="020B0604020202020204"/>
            </a:endParaRPr>
          </a:p>
        </p:txBody>
      </p:sp>
      <p:sp>
        <p:nvSpPr>
          <p:cNvPr id="9" name="object 9"/>
          <p:cNvSpPr txBox="1">
            <a:spLocks noGrp="1"/>
          </p:cNvSpPr>
          <p:nvPr>
            <p:ph type="dt" sz="half" idx="6"/>
          </p:nvPr>
        </p:nvSpPr>
        <p:spPr>
          <a:xfrm>
            <a:off x="2408282" y="13082829"/>
            <a:ext cx="3893600"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Swakkhar</a:t>
            </a:r>
            <a:r>
              <a:rPr spc="-59" dirty="0">
                <a:solidFill>
                  <a:prstClr val="white"/>
                </a:solidFill>
              </a:rPr>
              <a:t> </a:t>
            </a:r>
            <a:r>
              <a:rPr spc="-10" dirty="0">
                <a:solidFill>
                  <a:prstClr val="white"/>
                </a:solidFill>
              </a:rPr>
              <a:t>Shatabda</a:t>
            </a:r>
          </a:p>
        </p:txBody>
      </p:sp>
      <p:sp>
        <p:nvSpPr>
          <p:cNvPr id="10" name="object 10"/>
          <p:cNvSpPr txBox="1"/>
          <p:nvPr/>
        </p:nvSpPr>
        <p:spPr>
          <a:xfrm>
            <a:off x="5288559" y="6601983"/>
            <a:ext cx="937470" cy="199518"/>
          </a:xfrm>
          <a:prstGeom prst="rect">
            <a:avLst/>
          </a:prstGeom>
        </p:spPr>
        <p:txBody>
          <a:bodyPr vert="horz" wrap="square" lIns="0" tIns="16359" rIns="0" bIns="0" rtlCol="0">
            <a:spAutoFit/>
          </a:bodyPr>
          <a:lstStyle/>
          <a:p>
            <a:pPr marL="25168" defTabSz="1812066">
              <a:spcBef>
                <a:spcPts val="129"/>
              </a:spcBef>
            </a:pPr>
            <a:r>
              <a:rPr sz="1189" b="1" spc="-10" dirty="0">
                <a:solidFill>
                  <a:srgbClr val="FFFFFF"/>
                </a:solidFill>
                <a:latin typeface="Arial" panose="020B0604020202020204"/>
                <a:cs typeface="Arial" panose="020B0604020202020204"/>
                <a:hlinkClick r:id="rId2" action="ppaction://hlinksldjump"/>
              </a:rPr>
              <a:t>Assessment</a:t>
            </a:r>
            <a:endParaRPr sz="1189">
              <a:solidFill>
                <a:prstClr val="black"/>
              </a:solidFill>
              <a:latin typeface="Arial" panose="020B0604020202020204"/>
              <a:cs typeface="Arial" panose="020B0604020202020204"/>
            </a:endParaRPr>
          </a:p>
        </p:txBody>
      </p:sp>
      <p:sp>
        <p:nvSpPr>
          <p:cNvPr id="11" name="object 11"/>
          <p:cNvSpPr txBox="1">
            <a:spLocks noGrp="1"/>
          </p:cNvSpPr>
          <p:nvPr>
            <p:ph type="ftr" sz="quarter" idx="5"/>
          </p:nvPr>
        </p:nvSpPr>
        <p:spPr>
          <a:xfrm>
            <a:off x="20650673" y="13082827"/>
            <a:ext cx="3773793"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7th</a:t>
            </a:r>
            <a:r>
              <a:rPr spc="-59" dirty="0">
                <a:solidFill>
                  <a:prstClr val="white"/>
                </a:solidFill>
              </a:rPr>
              <a:t> </a:t>
            </a:r>
            <a:r>
              <a:rPr spc="-10" dirty="0">
                <a:solidFill>
                  <a:prstClr val="white"/>
                </a:solidFill>
              </a:rPr>
              <a:t>November</a:t>
            </a:r>
            <a:r>
              <a:rPr spc="-50" dirty="0">
                <a:solidFill>
                  <a:prstClr val="white"/>
                </a:solidFill>
              </a:rPr>
              <a:t> </a:t>
            </a:r>
            <a:r>
              <a:rPr spc="-10" dirty="0">
                <a:solidFill>
                  <a:prstClr val="white"/>
                </a:solidFill>
              </a:rPr>
              <a:t>2021</a:t>
            </a:r>
          </a:p>
        </p:txBody>
      </p:sp>
      <p:sp>
        <p:nvSpPr>
          <p:cNvPr id="12" name="object 12"/>
          <p:cNvSpPr txBox="1">
            <a:spLocks noGrp="1"/>
          </p:cNvSpPr>
          <p:nvPr>
            <p:ph type="sldNum" sz="quarter" idx="7"/>
          </p:nvPr>
        </p:nvSpPr>
        <p:spPr>
          <a:xfrm>
            <a:off x="25063817" y="13082829"/>
            <a:ext cx="1683898" cy="199518"/>
          </a:xfrm>
          <a:prstGeom prst="rect">
            <a:avLst/>
          </a:prstGeom>
        </p:spPr>
        <p:txBody>
          <a:bodyPr vert="horz" wrap="square" lIns="0" tIns="16359" rIns="0" bIns="0" rtlCol="0">
            <a:spAutoFit/>
          </a:bodyPr>
          <a:lstStyle/>
          <a:p>
            <a:pPr marL="75503" defTabSz="1812066">
              <a:spcBef>
                <a:spcPts val="129"/>
              </a:spcBef>
            </a:pPr>
            <a:r>
              <a:rPr spc="-10" dirty="0">
                <a:solidFill>
                  <a:prstClr val="white"/>
                </a:solidFill>
              </a:rPr>
              <a:t>6</a:t>
            </a:r>
            <a:r>
              <a:rPr spc="-59" dirty="0">
                <a:solidFill>
                  <a:prstClr val="white"/>
                </a:solidFill>
              </a:rPr>
              <a:t> </a:t>
            </a:r>
            <a:r>
              <a:rPr spc="-10" dirty="0">
                <a:solidFill>
                  <a:prstClr val="white"/>
                </a:solidFill>
              </a:rPr>
              <a:t>/</a:t>
            </a:r>
            <a:r>
              <a:rPr spc="-59" dirty="0">
                <a:solidFill>
                  <a:prstClr val="white"/>
                </a:solidFill>
              </a:rPr>
              <a:t> </a:t>
            </a:r>
            <a:r>
              <a:rPr spc="-10" dirty="0">
                <a:solidFill>
                  <a:prstClr val="white"/>
                </a:solidFill>
              </a:rPr>
              <a:t>15</a:t>
            </a: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77322" y="214463"/>
            <a:ext cx="3324557" cy="548970"/>
          </a:xfrm>
          <a:prstGeom prst="rect">
            <a:avLst/>
          </a:prstGeom>
        </p:spPr>
        <p:txBody>
          <a:bodyPr vert="horz" wrap="square" lIns="0" tIns="30200" rIns="0" bIns="0" rtlCol="0">
            <a:spAutoFit/>
          </a:bodyPr>
          <a:lstStyle/>
          <a:p>
            <a:pPr marL="25168">
              <a:spcBef>
                <a:spcPts val="238"/>
              </a:spcBef>
            </a:pPr>
            <a:r>
              <a:rPr spc="20" dirty="0"/>
              <a:t>External</a:t>
            </a:r>
            <a:r>
              <a:rPr spc="-129" dirty="0"/>
              <a:t> </a:t>
            </a:r>
            <a:r>
              <a:rPr spc="20" dirty="0"/>
              <a:t>Mentor</a:t>
            </a:r>
          </a:p>
        </p:txBody>
      </p:sp>
      <p:sp>
        <p:nvSpPr>
          <p:cNvPr id="4" name="object 4"/>
          <p:cNvSpPr txBox="1"/>
          <p:nvPr/>
        </p:nvSpPr>
        <p:spPr>
          <a:xfrm>
            <a:off x="2375781" y="1616978"/>
            <a:ext cx="7513600" cy="2306209"/>
          </a:xfrm>
          <a:prstGeom prst="rect">
            <a:avLst/>
          </a:prstGeom>
        </p:spPr>
        <p:txBody>
          <a:bodyPr vert="horz" wrap="square" lIns="0" tIns="109474" rIns="0" bIns="0" rtlCol="0">
            <a:spAutoFit/>
          </a:bodyPr>
          <a:lstStyle/>
          <a:p>
            <a:pPr marL="373739" indent="-339762" defTabSz="1812066">
              <a:spcBef>
                <a:spcPts val="862"/>
              </a:spcBef>
              <a:buFont typeface="Wingdings" panose="05000000000000000000" pitchFamily="2" charset="2"/>
              <a:buChar char="q"/>
            </a:pPr>
            <a:r>
              <a:rPr sz="2180" spc="-20" dirty="0">
                <a:solidFill>
                  <a:prstClr val="black"/>
                </a:solidFill>
                <a:latin typeface="Microsoft Sans Serif" panose="020B0604020202020204"/>
                <a:cs typeface="Microsoft Sans Serif" panose="020B0604020202020204"/>
              </a:rPr>
              <a:t>The</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students</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can</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also</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approach</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external</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mentor</a:t>
            </a:r>
            <a:endParaRPr sz="2180" dirty="0">
              <a:solidFill>
                <a:prstClr val="black"/>
              </a:solidFill>
              <a:latin typeface="Microsoft Sans Serif" panose="020B0604020202020204"/>
              <a:cs typeface="Microsoft Sans Serif" panose="020B0604020202020204"/>
            </a:endParaRPr>
          </a:p>
          <a:p>
            <a:pPr marL="364930" marR="269293" indent="-339762" defTabSz="1812066">
              <a:lnSpc>
                <a:spcPct val="103000"/>
              </a:lnSpc>
              <a:spcBef>
                <a:spcPts val="595"/>
              </a:spcBef>
              <a:buFont typeface="Wingdings" panose="05000000000000000000" pitchFamily="2" charset="2"/>
              <a:buChar char="q"/>
            </a:pPr>
            <a:r>
              <a:rPr sz="2180" spc="-10" dirty="0">
                <a:solidFill>
                  <a:prstClr val="black"/>
                </a:solidFill>
                <a:latin typeface="Microsoft Sans Serif" panose="020B0604020202020204"/>
                <a:cs typeface="Microsoft Sans Serif" panose="020B0604020202020204"/>
              </a:rPr>
              <a:t>Students</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are</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encouraged</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to</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approach</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members</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of</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Industry </a:t>
            </a:r>
            <a:r>
              <a:rPr sz="2180" spc="-555"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Advisory</a:t>
            </a:r>
            <a:r>
              <a:rPr sz="2180" spc="10" dirty="0">
                <a:solidFill>
                  <a:prstClr val="black"/>
                </a:solidFill>
                <a:latin typeface="Microsoft Sans Serif" panose="020B0604020202020204"/>
                <a:cs typeface="Microsoft Sans Serif" panose="020B0604020202020204"/>
              </a:rPr>
              <a:t> </a:t>
            </a:r>
            <a:r>
              <a:rPr sz="2180" spc="-40" dirty="0">
                <a:solidFill>
                  <a:prstClr val="black"/>
                </a:solidFill>
                <a:latin typeface="Microsoft Sans Serif" panose="020B0604020202020204"/>
                <a:cs typeface="Microsoft Sans Serif" panose="020B0604020202020204"/>
              </a:rPr>
              <a:t>Panel</a:t>
            </a:r>
            <a:endParaRPr sz="2180" dirty="0">
              <a:solidFill>
                <a:prstClr val="black"/>
              </a:solidFill>
              <a:latin typeface="Microsoft Sans Serif" panose="020B0604020202020204"/>
              <a:cs typeface="Microsoft Sans Serif" panose="020B0604020202020204"/>
            </a:endParaRPr>
          </a:p>
          <a:p>
            <a:pPr marL="25168" defTabSz="1812066">
              <a:spcBef>
                <a:spcPts val="69"/>
              </a:spcBef>
            </a:pPr>
            <a:r>
              <a:rPr lang="en-US"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a:t>
            </a:r>
            <a:r>
              <a:rPr sz="2180" spc="-10" dirty="0">
                <a:solidFill>
                  <a:srgbClr val="0B599D"/>
                </a:solidFill>
                <a:latin typeface="Microsoft Sans Serif" panose="020B0604020202020204"/>
                <a:cs typeface="Microsoft Sans Serif" panose="020B0604020202020204"/>
              </a:rPr>
              <a:t>cse.uiu.ac.bd/about-cse/industry-advisory-panel/</a:t>
            </a:r>
            <a:r>
              <a:rPr sz="2180" spc="-10" dirty="0">
                <a:solidFill>
                  <a:prstClr val="black"/>
                </a:solidFill>
                <a:latin typeface="Microsoft Sans Serif" panose="020B0604020202020204"/>
                <a:cs typeface="Microsoft Sans Serif" panose="020B0604020202020204"/>
              </a:rPr>
              <a:t>)</a:t>
            </a:r>
            <a:endParaRPr sz="2180" dirty="0">
              <a:solidFill>
                <a:prstClr val="black"/>
              </a:solidFill>
              <a:latin typeface="Microsoft Sans Serif" panose="020B0604020202020204"/>
              <a:cs typeface="Microsoft Sans Serif" panose="020B0604020202020204"/>
            </a:endParaRPr>
          </a:p>
          <a:p>
            <a:pPr marL="373739" marR="10067" indent="-339762" defTabSz="1812066">
              <a:lnSpc>
                <a:spcPct val="103000"/>
              </a:lnSpc>
              <a:spcBef>
                <a:spcPts val="595"/>
              </a:spcBef>
              <a:buFont typeface="Wingdings" panose="05000000000000000000" pitchFamily="2" charset="2"/>
              <a:buChar char="q"/>
            </a:pPr>
            <a:r>
              <a:rPr sz="2180" spc="-10" dirty="0">
                <a:solidFill>
                  <a:prstClr val="black"/>
                </a:solidFill>
                <a:latin typeface="Microsoft Sans Serif" panose="020B0604020202020204"/>
                <a:cs typeface="Microsoft Sans Serif" panose="020B0604020202020204"/>
              </a:rPr>
              <a:t>Department</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will</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also</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assign</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internal</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mentor</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to</a:t>
            </a:r>
            <a:r>
              <a:rPr sz="2180" spc="30" dirty="0">
                <a:solidFill>
                  <a:prstClr val="black"/>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oversee</a:t>
            </a:r>
            <a:r>
              <a:rPr sz="2180" spc="4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 </a:t>
            </a:r>
            <a:r>
              <a:rPr sz="2180" spc="-555"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quality</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of</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project</a:t>
            </a:r>
            <a:endParaRPr sz="2180" dirty="0">
              <a:solidFill>
                <a:prstClr val="black"/>
              </a:solidFill>
              <a:latin typeface="Microsoft Sans Serif" panose="020B0604020202020204"/>
              <a:cs typeface="Microsoft Sans Serif" panose="020B0604020202020204"/>
            </a:endParaRPr>
          </a:p>
        </p:txBody>
      </p:sp>
      <p:sp>
        <p:nvSpPr>
          <p:cNvPr id="8" name="object 8"/>
          <p:cNvSpPr txBox="1">
            <a:spLocks noGrp="1"/>
          </p:cNvSpPr>
          <p:nvPr>
            <p:ph type="dt" sz="half" idx="6"/>
          </p:nvPr>
        </p:nvSpPr>
        <p:spPr>
          <a:xfrm>
            <a:off x="2408282" y="13082829"/>
            <a:ext cx="3893600"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Swakkhar</a:t>
            </a:r>
            <a:r>
              <a:rPr spc="-59" dirty="0">
                <a:solidFill>
                  <a:prstClr val="white"/>
                </a:solidFill>
              </a:rPr>
              <a:t> </a:t>
            </a:r>
            <a:r>
              <a:rPr spc="-10" dirty="0">
                <a:solidFill>
                  <a:prstClr val="white"/>
                </a:solidFill>
              </a:rPr>
              <a:t>Shatabda</a:t>
            </a:r>
          </a:p>
        </p:txBody>
      </p:sp>
      <p:sp>
        <p:nvSpPr>
          <p:cNvPr id="9" name="object 9"/>
          <p:cNvSpPr txBox="1"/>
          <p:nvPr/>
        </p:nvSpPr>
        <p:spPr>
          <a:xfrm>
            <a:off x="5288559" y="6601983"/>
            <a:ext cx="937470" cy="199518"/>
          </a:xfrm>
          <a:prstGeom prst="rect">
            <a:avLst/>
          </a:prstGeom>
        </p:spPr>
        <p:txBody>
          <a:bodyPr vert="horz" wrap="square" lIns="0" tIns="16359" rIns="0" bIns="0" rtlCol="0">
            <a:spAutoFit/>
          </a:bodyPr>
          <a:lstStyle/>
          <a:p>
            <a:pPr marL="25168" defTabSz="1812066">
              <a:spcBef>
                <a:spcPts val="129"/>
              </a:spcBef>
            </a:pPr>
            <a:r>
              <a:rPr sz="1189" b="1" spc="-10" dirty="0">
                <a:solidFill>
                  <a:srgbClr val="FFFFFF"/>
                </a:solidFill>
                <a:latin typeface="Arial" panose="020B0604020202020204"/>
                <a:cs typeface="Arial" panose="020B0604020202020204"/>
                <a:hlinkClick r:id="rId2" action="ppaction://hlinksldjump"/>
              </a:rPr>
              <a:t>Assessment</a:t>
            </a:r>
            <a:endParaRPr sz="1189">
              <a:solidFill>
                <a:prstClr val="black"/>
              </a:solidFill>
              <a:latin typeface="Arial" panose="020B0604020202020204"/>
              <a:cs typeface="Arial" panose="020B0604020202020204"/>
            </a:endParaRPr>
          </a:p>
        </p:txBody>
      </p:sp>
      <p:sp>
        <p:nvSpPr>
          <p:cNvPr id="10" name="object 10"/>
          <p:cNvSpPr txBox="1">
            <a:spLocks noGrp="1"/>
          </p:cNvSpPr>
          <p:nvPr>
            <p:ph type="ftr" sz="quarter" idx="5"/>
          </p:nvPr>
        </p:nvSpPr>
        <p:spPr>
          <a:xfrm>
            <a:off x="20650673" y="13082827"/>
            <a:ext cx="3773793"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7th</a:t>
            </a:r>
            <a:r>
              <a:rPr spc="-59" dirty="0">
                <a:solidFill>
                  <a:prstClr val="white"/>
                </a:solidFill>
              </a:rPr>
              <a:t> </a:t>
            </a:r>
            <a:r>
              <a:rPr spc="-10" dirty="0">
                <a:solidFill>
                  <a:prstClr val="white"/>
                </a:solidFill>
              </a:rPr>
              <a:t>November</a:t>
            </a:r>
            <a:r>
              <a:rPr spc="-50" dirty="0">
                <a:solidFill>
                  <a:prstClr val="white"/>
                </a:solidFill>
              </a:rPr>
              <a:t> </a:t>
            </a:r>
            <a:r>
              <a:rPr spc="-10" dirty="0">
                <a:solidFill>
                  <a:prstClr val="white"/>
                </a:solidFill>
              </a:rPr>
              <a:t>2021</a:t>
            </a:r>
          </a:p>
        </p:txBody>
      </p:sp>
      <p:sp>
        <p:nvSpPr>
          <p:cNvPr id="11" name="object 11"/>
          <p:cNvSpPr txBox="1">
            <a:spLocks noGrp="1"/>
          </p:cNvSpPr>
          <p:nvPr>
            <p:ph type="sldNum" sz="quarter" idx="7"/>
          </p:nvPr>
        </p:nvSpPr>
        <p:spPr>
          <a:xfrm>
            <a:off x="25063817" y="13082829"/>
            <a:ext cx="1683898" cy="199518"/>
          </a:xfrm>
          <a:prstGeom prst="rect">
            <a:avLst/>
          </a:prstGeom>
        </p:spPr>
        <p:txBody>
          <a:bodyPr vert="horz" wrap="square" lIns="0" tIns="16359" rIns="0" bIns="0" rtlCol="0">
            <a:spAutoFit/>
          </a:bodyPr>
          <a:lstStyle/>
          <a:p>
            <a:pPr marL="75503" defTabSz="1812066">
              <a:spcBef>
                <a:spcPts val="129"/>
              </a:spcBef>
            </a:pPr>
            <a:r>
              <a:rPr spc="-10" dirty="0">
                <a:solidFill>
                  <a:prstClr val="white"/>
                </a:solidFill>
              </a:rPr>
              <a:t>7</a:t>
            </a:r>
            <a:r>
              <a:rPr spc="-59" dirty="0">
                <a:solidFill>
                  <a:prstClr val="white"/>
                </a:solidFill>
              </a:rPr>
              <a:t> </a:t>
            </a:r>
            <a:r>
              <a:rPr spc="-10" dirty="0">
                <a:solidFill>
                  <a:prstClr val="white"/>
                </a:solidFill>
              </a:rPr>
              <a:t>/</a:t>
            </a:r>
            <a:r>
              <a:rPr spc="-59" dirty="0">
                <a:solidFill>
                  <a:prstClr val="white"/>
                </a:solidFill>
              </a:rPr>
              <a:t> </a:t>
            </a:r>
            <a:r>
              <a:rPr spc="-10" dirty="0">
                <a:solidFill>
                  <a:prstClr val="white"/>
                </a:solidFill>
              </a:rPr>
              <a:t>15</a:t>
            </a: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77322" y="214463"/>
            <a:ext cx="5458716" cy="548970"/>
          </a:xfrm>
          <a:prstGeom prst="rect">
            <a:avLst/>
          </a:prstGeom>
        </p:spPr>
        <p:txBody>
          <a:bodyPr vert="horz" wrap="square" lIns="0" tIns="30200" rIns="0" bIns="0" rtlCol="0">
            <a:spAutoFit/>
          </a:bodyPr>
          <a:lstStyle/>
          <a:p>
            <a:pPr marL="25168">
              <a:spcBef>
                <a:spcPts val="238"/>
              </a:spcBef>
            </a:pPr>
            <a:r>
              <a:rPr spc="20" dirty="0"/>
              <a:t>Selecting</a:t>
            </a:r>
            <a:r>
              <a:rPr spc="-30" dirty="0"/>
              <a:t> </a:t>
            </a:r>
            <a:r>
              <a:rPr spc="20" dirty="0"/>
              <a:t>a</a:t>
            </a:r>
            <a:r>
              <a:rPr spc="-20" dirty="0"/>
              <a:t> </a:t>
            </a:r>
            <a:r>
              <a:rPr spc="20" dirty="0"/>
              <a:t>topic</a:t>
            </a:r>
            <a:r>
              <a:rPr spc="-20" dirty="0"/>
              <a:t> </a:t>
            </a:r>
            <a:r>
              <a:rPr spc="-10" dirty="0"/>
              <a:t>for</a:t>
            </a:r>
            <a:r>
              <a:rPr spc="-20" dirty="0"/>
              <a:t> </a:t>
            </a:r>
            <a:r>
              <a:rPr spc="20" dirty="0"/>
              <a:t>FYDP</a:t>
            </a:r>
          </a:p>
        </p:txBody>
      </p:sp>
      <p:sp>
        <p:nvSpPr>
          <p:cNvPr id="4" name="object 4"/>
          <p:cNvSpPr txBox="1"/>
          <p:nvPr/>
        </p:nvSpPr>
        <p:spPr>
          <a:xfrm>
            <a:off x="2076935" y="967041"/>
            <a:ext cx="7772819" cy="4178259"/>
          </a:xfrm>
          <a:prstGeom prst="rect">
            <a:avLst/>
          </a:prstGeom>
        </p:spPr>
        <p:txBody>
          <a:bodyPr vert="horz" wrap="square" lIns="0" tIns="13842" rIns="0" bIns="0" rtlCol="0">
            <a:spAutoFit/>
          </a:bodyPr>
          <a:lstStyle/>
          <a:p>
            <a:pPr marL="373739" marR="47818" indent="-339762" defTabSz="1812066">
              <a:lnSpc>
                <a:spcPct val="103000"/>
              </a:lnSpc>
              <a:spcBef>
                <a:spcPts val="109"/>
              </a:spcBef>
              <a:buFont typeface="Wingdings" panose="05000000000000000000" pitchFamily="2" charset="2"/>
              <a:buChar char="q"/>
            </a:pPr>
            <a:r>
              <a:rPr sz="2180" spc="-20" dirty="0">
                <a:solidFill>
                  <a:prstClr val="black"/>
                </a:solidFill>
                <a:latin typeface="Microsoft Sans Serif" panose="020B0604020202020204"/>
                <a:cs typeface="Microsoft Sans Serif" panose="020B0604020202020204"/>
              </a:rPr>
              <a:t>The</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topic</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should</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reflect</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passion</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interest</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of</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group</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of </a:t>
            </a:r>
            <a:r>
              <a:rPr sz="2180" spc="-555"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students.</a:t>
            </a:r>
            <a:endParaRPr sz="2180" dirty="0">
              <a:solidFill>
                <a:prstClr val="black"/>
              </a:solidFill>
              <a:latin typeface="Microsoft Sans Serif" panose="020B0604020202020204"/>
              <a:cs typeface="Microsoft Sans Serif" panose="020B0604020202020204"/>
            </a:endParaRPr>
          </a:p>
          <a:p>
            <a:pPr marL="373739" marR="1372892" indent="-339762" defTabSz="1812066">
              <a:lnSpc>
                <a:spcPct val="103000"/>
              </a:lnSpc>
              <a:spcBef>
                <a:spcPts val="585"/>
              </a:spcBef>
              <a:buFont typeface="Wingdings" panose="05000000000000000000" pitchFamily="2" charset="2"/>
              <a:buChar char="q"/>
            </a:pPr>
            <a:r>
              <a:rPr sz="2180" spc="-20" dirty="0">
                <a:solidFill>
                  <a:prstClr val="black"/>
                </a:solidFill>
                <a:latin typeface="Microsoft Sans Serif" panose="020B0604020202020204"/>
                <a:cs typeface="Microsoft Sans Serif" panose="020B0604020202020204"/>
              </a:rPr>
              <a:t>The</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topic</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should</a:t>
            </a:r>
            <a:r>
              <a:rPr sz="2180" spc="4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be</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realistic,</a:t>
            </a:r>
            <a:r>
              <a:rPr sz="2180" spc="4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has</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practical</a:t>
            </a:r>
            <a:r>
              <a:rPr sz="2180" spc="40" dirty="0">
                <a:solidFill>
                  <a:prstClr val="black"/>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value</a:t>
            </a:r>
            <a:r>
              <a:rPr lang="en-GB" sz="2180" spc="-30" dirty="0">
                <a:solidFill>
                  <a:prstClr val="black"/>
                </a:solidFill>
                <a:latin typeface="Microsoft Sans Serif" panose="020B0604020202020204"/>
                <a:cs typeface="Microsoft Sans Serif" panose="020B0604020202020204"/>
              </a:rPr>
              <a:t> </a:t>
            </a:r>
            <a:r>
              <a:rPr lang="en-GB"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 </a:t>
            </a:r>
            <a:r>
              <a:rPr sz="2180" spc="-545"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applications.</a:t>
            </a:r>
            <a:endParaRPr sz="2180" dirty="0">
              <a:solidFill>
                <a:prstClr val="black"/>
              </a:solidFill>
              <a:latin typeface="Microsoft Sans Serif" panose="020B0604020202020204"/>
              <a:cs typeface="Microsoft Sans Serif" panose="020B0604020202020204"/>
            </a:endParaRPr>
          </a:p>
          <a:p>
            <a:pPr marL="373739" marR="184982" indent="-339762" defTabSz="1812066">
              <a:lnSpc>
                <a:spcPct val="103000"/>
              </a:lnSpc>
              <a:spcBef>
                <a:spcPts val="595"/>
              </a:spcBef>
              <a:buFont typeface="Wingdings" panose="05000000000000000000" pitchFamily="2" charset="2"/>
              <a:buChar char="q"/>
            </a:pPr>
            <a:r>
              <a:rPr sz="2180" spc="-20" dirty="0">
                <a:solidFill>
                  <a:prstClr val="black"/>
                </a:solidFill>
                <a:latin typeface="Microsoft Sans Serif" panose="020B0604020202020204"/>
                <a:cs typeface="Microsoft Sans Serif" panose="020B0604020202020204"/>
              </a:rPr>
              <a:t>The</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project</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idea</a:t>
            </a:r>
            <a:r>
              <a:rPr sz="2180" spc="20" dirty="0">
                <a:solidFill>
                  <a:prstClr val="black"/>
                </a:solidFill>
                <a:latin typeface="Microsoft Sans Serif" panose="020B0604020202020204"/>
                <a:cs typeface="Microsoft Sans Serif" panose="020B0604020202020204"/>
              </a:rPr>
              <a:t> </a:t>
            </a:r>
            <a:r>
              <a:rPr sz="2180" spc="-40" dirty="0">
                <a:solidFill>
                  <a:prstClr val="black"/>
                </a:solidFill>
                <a:latin typeface="Microsoft Sans Serif" panose="020B0604020202020204"/>
                <a:cs typeface="Microsoft Sans Serif" panose="020B0604020202020204"/>
              </a:rPr>
              <a:t>may</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come</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from</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experience,</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thoughts</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 </a:t>
            </a:r>
            <a:r>
              <a:rPr sz="2180" spc="-545"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learning</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of</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students</a:t>
            </a:r>
            <a:endParaRPr sz="2180" dirty="0">
              <a:solidFill>
                <a:prstClr val="black"/>
              </a:solidFill>
              <a:latin typeface="Microsoft Sans Serif" panose="020B0604020202020204"/>
              <a:cs typeface="Microsoft Sans Serif" panose="020B0604020202020204"/>
            </a:endParaRPr>
          </a:p>
          <a:p>
            <a:pPr marL="373739" marR="101929" indent="-339762" defTabSz="1812066">
              <a:lnSpc>
                <a:spcPct val="103000"/>
              </a:lnSpc>
              <a:spcBef>
                <a:spcPts val="595"/>
              </a:spcBef>
              <a:buFont typeface="Wingdings" panose="05000000000000000000" pitchFamily="2" charset="2"/>
              <a:buChar char="q"/>
            </a:pPr>
            <a:r>
              <a:rPr sz="2180" spc="-10" dirty="0">
                <a:solidFill>
                  <a:prstClr val="black"/>
                </a:solidFill>
                <a:latin typeface="Microsoft Sans Serif" panose="020B0604020202020204"/>
                <a:cs typeface="Microsoft Sans Serif" panose="020B0604020202020204"/>
              </a:rPr>
              <a:t>Students</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are</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highly</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encouraged</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to</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survey</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analyze</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societal </a:t>
            </a:r>
            <a:r>
              <a:rPr sz="2180" spc="-545"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industrial</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needs</a:t>
            </a:r>
            <a:endParaRPr sz="2180" dirty="0">
              <a:solidFill>
                <a:prstClr val="black"/>
              </a:solidFill>
              <a:latin typeface="Microsoft Sans Serif" panose="020B0604020202020204"/>
              <a:cs typeface="Microsoft Sans Serif" panose="020B0604020202020204"/>
            </a:endParaRPr>
          </a:p>
          <a:p>
            <a:pPr marL="373739" indent="-339762" defTabSz="1812066">
              <a:spcBef>
                <a:spcPts val="664"/>
              </a:spcBef>
              <a:buFont typeface="Wingdings" panose="05000000000000000000" pitchFamily="2" charset="2"/>
              <a:buChar char="q"/>
            </a:pPr>
            <a:r>
              <a:rPr sz="2180" spc="-30" dirty="0">
                <a:solidFill>
                  <a:prstClr val="black"/>
                </a:solidFill>
                <a:latin typeface="Microsoft Sans Serif" panose="020B0604020202020204"/>
                <a:cs typeface="Microsoft Sans Serif" panose="020B0604020202020204"/>
              </a:rPr>
              <a:t>Faculty</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members</a:t>
            </a:r>
            <a:r>
              <a:rPr sz="2180" spc="40" dirty="0">
                <a:solidFill>
                  <a:prstClr val="black"/>
                </a:solidFill>
                <a:latin typeface="Microsoft Sans Serif" panose="020B0604020202020204"/>
                <a:cs typeface="Microsoft Sans Serif" panose="020B0604020202020204"/>
              </a:rPr>
              <a:t> </a:t>
            </a:r>
            <a:r>
              <a:rPr sz="2180" spc="-40" dirty="0">
                <a:solidFill>
                  <a:prstClr val="black"/>
                </a:solidFill>
                <a:latin typeface="Microsoft Sans Serif" panose="020B0604020202020204"/>
                <a:cs typeface="Microsoft Sans Serif" panose="020B0604020202020204"/>
              </a:rPr>
              <a:t>have</a:t>
            </a:r>
            <a:r>
              <a:rPr sz="2180" spc="4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already</a:t>
            </a:r>
            <a:r>
              <a:rPr sz="2180" spc="30" dirty="0">
                <a:solidFill>
                  <a:prstClr val="black"/>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given</a:t>
            </a:r>
            <a:r>
              <a:rPr sz="2180" spc="4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some</a:t>
            </a:r>
            <a:r>
              <a:rPr sz="2180" spc="4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sample</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topics</a:t>
            </a:r>
            <a:endParaRPr sz="2180" dirty="0">
              <a:solidFill>
                <a:prstClr val="black"/>
              </a:solidFill>
              <a:latin typeface="Microsoft Sans Serif" panose="020B0604020202020204"/>
              <a:cs typeface="Microsoft Sans Serif" panose="020B0604020202020204"/>
            </a:endParaRPr>
          </a:p>
          <a:p>
            <a:pPr marL="373739" marR="10067" indent="-339762" defTabSz="1812066">
              <a:lnSpc>
                <a:spcPct val="103000"/>
              </a:lnSpc>
              <a:spcBef>
                <a:spcPts val="595"/>
              </a:spcBef>
              <a:buFont typeface="Wingdings" panose="05000000000000000000" pitchFamily="2" charset="2"/>
              <a:buChar char="q"/>
            </a:pPr>
            <a:r>
              <a:rPr sz="2180" spc="-10" dirty="0">
                <a:solidFill>
                  <a:prstClr val="black"/>
                </a:solidFill>
                <a:latin typeface="Microsoft Sans Serif" panose="020B0604020202020204"/>
                <a:cs typeface="Microsoft Sans Serif" panose="020B0604020202020204"/>
              </a:rPr>
              <a:t>Students</a:t>
            </a:r>
            <a:r>
              <a:rPr sz="2180" spc="10" dirty="0">
                <a:solidFill>
                  <a:prstClr val="black"/>
                </a:solidFill>
                <a:latin typeface="Microsoft Sans Serif" panose="020B0604020202020204"/>
                <a:cs typeface="Microsoft Sans Serif" panose="020B0604020202020204"/>
              </a:rPr>
              <a:t> </a:t>
            </a:r>
            <a:r>
              <a:rPr sz="2180" spc="-40" dirty="0">
                <a:solidFill>
                  <a:prstClr val="black"/>
                </a:solidFill>
                <a:latin typeface="Microsoft Sans Serif" panose="020B0604020202020204"/>
                <a:cs typeface="Microsoft Sans Serif" panose="020B0604020202020204"/>
              </a:rPr>
              <a:t>may</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propose</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their</a:t>
            </a:r>
            <a:r>
              <a:rPr sz="2180" spc="10" dirty="0">
                <a:solidFill>
                  <a:prstClr val="black"/>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own</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topic</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approach</a:t>
            </a:r>
            <a:r>
              <a:rPr sz="2180" spc="20" dirty="0">
                <a:solidFill>
                  <a:prstClr val="black"/>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any</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faculty </a:t>
            </a:r>
            <a:r>
              <a:rPr sz="2180" spc="-545"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member</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to</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be</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their</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mentor</a:t>
            </a:r>
            <a:endParaRPr sz="2180" dirty="0">
              <a:solidFill>
                <a:prstClr val="black"/>
              </a:solidFill>
              <a:latin typeface="Microsoft Sans Serif" panose="020B0604020202020204"/>
              <a:cs typeface="Microsoft Sans Serif" panose="020B0604020202020204"/>
            </a:endParaRPr>
          </a:p>
        </p:txBody>
      </p:sp>
      <p:sp>
        <p:nvSpPr>
          <p:cNvPr id="12" name="object 12"/>
          <p:cNvSpPr txBox="1">
            <a:spLocks noGrp="1"/>
          </p:cNvSpPr>
          <p:nvPr>
            <p:ph type="dt" sz="half" idx="6"/>
          </p:nvPr>
        </p:nvSpPr>
        <p:spPr>
          <a:xfrm>
            <a:off x="2408282" y="13082829"/>
            <a:ext cx="3893600"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Swakkhar</a:t>
            </a:r>
            <a:r>
              <a:rPr spc="-59" dirty="0">
                <a:solidFill>
                  <a:prstClr val="white"/>
                </a:solidFill>
              </a:rPr>
              <a:t> </a:t>
            </a:r>
            <a:r>
              <a:rPr spc="-10" dirty="0">
                <a:solidFill>
                  <a:prstClr val="white"/>
                </a:solidFill>
              </a:rPr>
              <a:t>Shatabda</a:t>
            </a:r>
          </a:p>
        </p:txBody>
      </p:sp>
      <p:sp>
        <p:nvSpPr>
          <p:cNvPr id="13" name="object 13"/>
          <p:cNvSpPr txBox="1"/>
          <p:nvPr/>
        </p:nvSpPr>
        <p:spPr>
          <a:xfrm>
            <a:off x="5288559" y="6601983"/>
            <a:ext cx="937470" cy="199518"/>
          </a:xfrm>
          <a:prstGeom prst="rect">
            <a:avLst/>
          </a:prstGeom>
        </p:spPr>
        <p:txBody>
          <a:bodyPr vert="horz" wrap="square" lIns="0" tIns="16359" rIns="0" bIns="0" rtlCol="0">
            <a:spAutoFit/>
          </a:bodyPr>
          <a:lstStyle/>
          <a:p>
            <a:pPr marL="25168" defTabSz="1812066">
              <a:spcBef>
                <a:spcPts val="129"/>
              </a:spcBef>
            </a:pPr>
            <a:r>
              <a:rPr sz="1189" b="1" spc="-10" dirty="0">
                <a:solidFill>
                  <a:srgbClr val="FFFFFF"/>
                </a:solidFill>
                <a:latin typeface="Arial" panose="020B0604020202020204"/>
                <a:cs typeface="Arial" panose="020B0604020202020204"/>
                <a:hlinkClick r:id="rId2" action="ppaction://hlinksldjump"/>
              </a:rPr>
              <a:t>Assessment</a:t>
            </a:r>
            <a:endParaRPr sz="1189">
              <a:solidFill>
                <a:prstClr val="black"/>
              </a:solidFill>
              <a:latin typeface="Arial" panose="020B0604020202020204"/>
              <a:cs typeface="Arial" panose="020B0604020202020204"/>
            </a:endParaRPr>
          </a:p>
        </p:txBody>
      </p:sp>
      <p:sp>
        <p:nvSpPr>
          <p:cNvPr id="14" name="object 14"/>
          <p:cNvSpPr txBox="1">
            <a:spLocks noGrp="1"/>
          </p:cNvSpPr>
          <p:nvPr>
            <p:ph type="ftr" sz="quarter" idx="5"/>
          </p:nvPr>
        </p:nvSpPr>
        <p:spPr>
          <a:xfrm>
            <a:off x="20650673" y="13082827"/>
            <a:ext cx="3773793"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7th</a:t>
            </a:r>
            <a:r>
              <a:rPr spc="-59" dirty="0">
                <a:solidFill>
                  <a:prstClr val="white"/>
                </a:solidFill>
              </a:rPr>
              <a:t> </a:t>
            </a:r>
            <a:r>
              <a:rPr spc="-10" dirty="0">
                <a:solidFill>
                  <a:prstClr val="white"/>
                </a:solidFill>
              </a:rPr>
              <a:t>November</a:t>
            </a:r>
            <a:r>
              <a:rPr spc="-50" dirty="0">
                <a:solidFill>
                  <a:prstClr val="white"/>
                </a:solidFill>
              </a:rPr>
              <a:t> </a:t>
            </a:r>
            <a:r>
              <a:rPr spc="-10" dirty="0">
                <a:solidFill>
                  <a:prstClr val="white"/>
                </a:solidFill>
              </a:rPr>
              <a:t>2021</a:t>
            </a:r>
          </a:p>
        </p:txBody>
      </p:sp>
      <p:sp>
        <p:nvSpPr>
          <p:cNvPr id="15" name="object 15"/>
          <p:cNvSpPr txBox="1">
            <a:spLocks noGrp="1"/>
          </p:cNvSpPr>
          <p:nvPr>
            <p:ph type="sldNum" sz="quarter" idx="7"/>
          </p:nvPr>
        </p:nvSpPr>
        <p:spPr>
          <a:xfrm>
            <a:off x="25063817" y="13082829"/>
            <a:ext cx="1683898" cy="199518"/>
          </a:xfrm>
          <a:prstGeom prst="rect">
            <a:avLst/>
          </a:prstGeom>
        </p:spPr>
        <p:txBody>
          <a:bodyPr vert="horz" wrap="square" lIns="0" tIns="16359" rIns="0" bIns="0" rtlCol="0">
            <a:spAutoFit/>
          </a:bodyPr>
          <a:lstStyle/>
          <a:p>
            <a:pPr marL="75503" defTabSz="1812066">
              <a:spcBef>
                <a:spcPts val="129"/>
              </a:spcBef>
            </a:pPr>
            <a:r>
              <a:rPr spc="-10" dirty="0">
                <a:solidFill>
                  <a:prstClr val="white"/>
                </a:solidFill>
              </a:rPr>
              <a:t>8</a:t>
            </a:r>
            <a:r>
              <a:rPr spc="-59" dirty="0">
                <a:solidFill>
                  <a:prstClr val="white"/>
                </a:solidFill>
              </a:rPr>
              <a:t> </a:t>
            </a:r>
            <a:r>
              <a:rPr spc="-10" dirty="0">
                <a:solidFill>
                  <a:prstClr val="white"/>
                </a:solidFill>
              </a:rPr>
              <a:t>/</a:t>
            </a:r>
            <a:r>
              <a:rPr spc="-59" dirty="0">
                <a:solidFill>
                  <a:prstClr val="white"/>
                </a:solidFill>
              </a:rPr>
              <a:t> </a:t>
            </a:r>
            <a:r>
              <a:rPr spc="-10" dirty="0">
                <a:solidFill>
                  <a:prstClr val="white"/>
                </a:solidFill>
              </a:rPr>
              <a:t>15</a:t>
            </a: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77322" y="214463"/>
            <a:ext cx="5949472" cy="548970"/>
          </a:xfrm>
          <a:prstGeom prst="rect">
            <a:avLst/>
          </a:prstGeom>
        </p:spPr>
        <p:txBody>
          <a:bodyPr vert="horz" wrap="square" lIns="0" tIns="30200" rIns="0" bIns="0" rtlCol="0">
            <a:spAutoFit/>
          </a:bodyPr>
          <a:lstStyle/>
          <a:p>
            <a:pPr marL="25168">
              <a:spcBef>
                <a:spcPts val="238"/>
              </a:spcBef>
            </a:pPr>
            <a:r>
              <a:rPr spc="20" dirty="0"/>
              <a:t>Outline</a:t>
            </a:r>
            <a:r>
              <a:rPr spc="-30" dirty="0"/>
              <a:t> </a:t>
            </a:r>
            <a:r>
              <a:rPr spc="20" dirty="0"/>
              <a:t>of</a:t>
            </a:r>
            <a:r>
              <a:rPr spc="-30" dirty="0"/>
              <a:t> </a:t>
            </a:r>
            <a:r>
              <a:rPr spc="20" dirty="0"/>
              <a:t>the</a:t>
            </a:r>
            <a:r>
              <a:rPr spc="-30" dirty="0"/>
              <a:t> </a:t>
            </a:r>
            <a:r>
              <a:rPr spc="10" dirty="0"/>
              <a:t>Project</a:t>
            </a:r>
            <a:r>
              <a:rPr spc="-30" dirty="0"/>
              <a:t> </a:t>
            </a:r>
            <a:r>
              <a:rPr spc="30" dirty="0"/>
              <a:t>Report</a:t>
            </a:r>
          </a:p>
        </p:txBody>
      </p:sp>
      <p:sp>
        <p:nvSpPr>
          <p:cNvPr id="3" name="object 3"/>
          <p:cNvSpPr/>
          <p:nvPr/>
        </p:nvSpPr>
        <p:spPr>
          <a:xfrm>
            <a:off x="2306610" y="1363672"/>
            <a:ext cx="144710" cy="144710"/>
          </a:xfrm>
          <a:custGeom>
            <a:avLst/>
            <a:gdLst/>
            <a:ahLst/>
            <a:cxnLst/>
            <a:rect l="l" t="t" r="r" b="b"/>
            <a:pathLst>
              <a:path w="73025" h="73025">
                <a:moveTo>
                  <a:pt x="72453" y="0"/>
                </a:moveTo>
                <a:lnTo>
                  <a:pt x="0" y="0"/>
                </a:lnTo>
                <a:lnTo>
                  <a:pt x="0" y="72453"/>
                </a:lnTo>
                <a:lnTo>
                  <a:pt x="72453" y="72453"/>
                </a:lnTo>
                <a:lnTo>
                  <a:pt x="72453"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4" name="object 4"/>
          <p:cNvSpPr/>
          <p:nvPr/>
        </p:nvSpPr>
        <p:spPr>
          <a:xfrm>
            <a:off x="2306610" y="1739742"/>
            <a:ext cx="144710" cy="144710"/>
          </a:xfrm>
          <a:custGeom>
            <a:avLst/>
            <a:gdLst/>
            <a:ahLst/>
            <a:cxnLst/>
            <a:rect l="l" t="t" r="r" b="b"/>
            <a:pathLst>
              <a:path w="73025" h="73025">
                <a:moveTo>
                  <a:pt x="72453" y="0"/>
                </a:moveTo>
                <a:lnTo>
                  <a:pt x="0" y="0"/>
                </a:lnTo>
                <a:lnTo>
                  <a:pt x="0" y="72453"/>
                </a:lnTo>
                <a:lnTo>
                  <a:pt x="72453" y="72453"/>
                </a:lnTo>
                <a:lnTo>
                  <a:pt x="72453"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5" name="object 5"/>
          <p:cNvSpPr/>
          <p:nvPr/>
        </p:nvSpPr>
        <p:spPr>
          <a:xfrm>
            <a:off x="2868160" y="2103228"/>
            <a:ext cx="132127" cy="132127"/>
          </a:xfrm>
          <a:custGeom>
            <a:avLst/>
            <a:gdLst/>
            <a:ahLst/>
            <a:cxnLst/>
            <a:rect l="l" t="t" r="r" b="b"/>
            <a:pathLst>
              <a:path w="66675" h="66675">
                <a:moveTo>
                  <a:pt x="66167" y="0"/>
                </a:moveTo>
                <a:lnTo>
                  <a:pt x="0" y="0"/>
                </a:lnTo>
                <a:lnTo>
                  <a:pt x="0" y="66167"/>
                </a:lnTo>
                <a:lnTo>
                  <a:pt x="66167" y="66167"/>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6" name="object 6"/>
          <p:cNvSpPr/>
          <p:nvPr/>
        </p:nvSpPr>
        <p:spPr>
          <a:xfrm>
            <a:off x="2868160" y="2404101"/>
            <a:ext cx="132127" cy="132127"/>
          </a:xfrm>
          <a:custGeom>
            <a:avLst/>
            <a:gdLst/>
            <a:ahLst/>
            <a:cxnLst/>
            <a:rect l="l" t="t" r="r" b="b"/>
            <a:pathLst>
              <a:path w="66675" h="66675">
                <a:moveTo>
                  <a:pt x="66167" y="0"/>
                </a:moveTo>
                <a:lnTo>
                  <a:pt x="0" y="0"/>
                </a:lnTo>
                <a:lnTo>
                  <a:pt x="0" y="66167"/>
                </a:lnTo>
                <a:lnTo>
                  <a:pt x="66167" y="66167"/>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7" name="object 7"/>
          <p:cNvSpPr/>
          <p:nvPr/>
        </p:nvSpPr>
        <p:spPr>
          <a:xfrm>
            <a:off x="2868160" y="2704997"/>
            <a:ext cx="132127" cy="132127"/>
          </a:xfrm>
          <a:custGeom>
            <a:avLst/>
            <a:gdLst/>
            <a:ahLst/>
            <a:cxnLst/>
            <a:rect l="l" t="t" r="r" b="b"/>
            <a:pathLst>
              <a:path w="66675" h="66675">
                <a:moveTo>
                  <a:pt x="66167" y="0"/>
                </a:moveTo>
                <a:lnTo>
                  <a:pt x="0" y="0"/>
                </a:lnTo>
                <a:lnTo>
                  <a:pt x="0" y="66167"/>
                </a:lnTo>
                <a:lnTo>
                  <a:pt x="66167" y="66167"/>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8" name="object 8"/>
          <p:cNvSpPr/>
          <p:nvPr/>
        </p:nvSpPr>
        <p:spPr>
          <a:xfrm>
            <a:off x="2306610" y="3068610"/>
            <a:ext cx="144710" cy="144710"/>
          </a:xfrm>
          <a:custGeom>
            <a:avLst/>
            <a:gdLst/>
            <a:ahLst/>
            <a:cxnLst/>
            <a:rect l="l" t="t" r="r" b="b"/>
            <a:pathLst>
              <a:path w="73025" h="73025">
                <a:moveTo>
                  <a:pt x="72453" y="0"/>
                </a:moveTo>
                <a:lnTo>
                  <a:pt x="0" y="0"/>
                </a:lnTo>
                <a:lnTo>
                  <a:pt x="0" y="72453"/>
                </a:lnTo>
                <a:lnTo>
                  <a:pt x="72453" y="72453"/>
                </a:lnTo>
                <a:lnTo>
                  <a:pt x="72453"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9" name="object 9"/>
          <p:cNvSpPr/>
          <p:nvPr/>
        </p:nvSpPr>
        <p:spPr>
          <a:xfrm>
            <a:off x="2868160" y="3432096"/>
            <a:ext cx="132127" cy="132127"/>
          </a:xfrm>
          <a:custGeom>
            <a:avLst/>
            <a:gdLst/>
            <a:ahLst/>
            <a:cxnLst/>
            <a:rect l="l" t="t" r="r" b="b"/>
            <a:pathLst>
              <a:path w="66675" h="66675">
                <a:moveTo>
                  <a:pt x="66167" y="0"/>
                </a:moveTo>
                <a:lnTo>
                  <a:pt x="0" y="0"/>
                </a:lnTo>
                <a:lnTo>
                  <a:pt x="0" y="66167"/>
                </a:lnTo>
                <a:lnTo>
                  <a:pt x="66167" y="66167"/>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10" name="object 10"/>
          <p:cNvSpPr/>
          <p:nvPr/>
        </p:nvSpPr>
        <p:spPr>
          <a:xfrm>
            <a:off x="2868160" y="3707900"/>
            <a:ext cx="132127" cy="132127"/>
          </a:xfrm>
          <a:custGeom>
            <a:avLst/>
            <a:gdLst/>
            <a:ahLst/>
            <a:cxnLst/>
            <a:rect l="l" t="t" r="r" b="b"/>
            <a:pathLst>
              <a:path w="66675" h="66675">
                <a:moveTo>
                  <a:pt x="66167" y="0"/>
                </a:moveTo>
                <a:lnTo>
                  <a:pt x="0" y="0"/>
                </a:lnTo>
                <a:lnTo>
                  <a:pt x="0" y="66166"/>
                </a:lnTo>
                <a:lnTo>
                  <a:pt x="66167" y="66166"/>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11" name="object 11"/>
          <p:cNvSpPr/>
          <p:nvPr/>
        </p:nvSpPr>
        <p:spPr>
          <a:xfrm>
            <a:off x="3417252" y="4033838"/>
            <a:ext cx="132127" cy="132127"/>
          </a:xfrm>
          <a:custGeom>
            <a:avLst/>
            <a:gdLst/>
            <a:ahLst/>
            <a:cxnLst/>
            <a:rect l="l" t="t" r="r" b="b"/>
            <a:pathLst>
              <a:path w="66675" h="66675">
                <a:moveTo>
                  <a:pt x="66167" y="0"/>
                </a:moveTo>
                <a:lnTo>
                  <a:pt x="0" y="0"/>
                </a:lnTo>
                <a:lnTo>
                  <a:pt x="0" y="66166"/>
                </a:lnTo>
                <a:lnTo>
                  <a:pt x="66167" y="66166"/>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12" name="object 12"/>
          <p:cNvSpPr/>
          <p:nvPr/>
        </p:nvSpPr>
        <p:spPr>
          <a:xfrm>
            <a:off x="3417252" y="4309643"/>
            <a:ext cx="132127" cy="132127"/>
          </a:xfrm>
          <a:custGeom>
            <a:avLst/>
            <a:gdLst/>
            <a:ahLst/>
            <a:cxnLst/>
            <a:rect l="l" t="t" r="r" b="b"/>
            <a:pathLst>
              <a:path w="66675" h="66675">
                <a:moveTo>
                  <a:pt x="66167" y="0"/>
                </a:moveTo>
                <a:lnTo>
                  <a:pt x="0" y="0"/>
                </a:lnTo>
                <a:lnTo>
                  <a:pt x="0" y="66167"/>
                </a:lnTo>
                <a:lnTo>
                  <a:pt x="66167" y="66167"/>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13" name="object 13"/>
          <p:cNvSpPr/>
          <p:nvPr/>
        </p:nvSpPr>
        <p:spPr>
          <a:xfrm>
            <a:off x="2868160" y="4660672"/>
            <a:ext cx="132127" cy="132127"/>
          </a:xfrm>
          <a:custGeom>
            <a:avLst/>
            <a:gdLst/>
            <a:ahLst/>
            <a:cxnLst/>
            <a:rect l="l" t="t" r="r" b="b"/>
            <a:pathLst>
              <a:path w="66675" h="66675">
                <a:moveTo>
                  <a:pt x="66167" y="0"/>
                </a:moveTo>
                <a:lnTo>
                  <a:pt x="0" y="0"/>
                </a:lnTo>
                <a:lnTo>
                  <a:pt x="0" y="66166"/>
                </a:lnTo>
                <a:lnTo>
                  <a:pt x="66167" y="66166"/>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14" name="object 14"/>
          <p:cNvSpPr/>
          <p:nvPr/>
        </p:nvSpPr>
        <p:spPr>
          <a:xfrm>
            <a:off x="2306610" y="5024310"/>
            <a:ext cx="144710" cy="144710"/>
          </a:xfrm>
          <a:custGeom>
            <a:avLst/>
            <a:gdLst/>
            <a:ahLst/>
            <a:cxnLst/>
            <a:rect l="l" t="t" r="r" b="b"/>
            <a:pathLst>
              <a:path w="73025" h="73025">
                <a:moveTo>
                  <a:pt x="72453" y="0"/>
                </a:moveTo>
                <a:lnTo>
                  <a:pt x="0" y="0"/>
                </a:lnTo>
                <a:lnTo>
                  <a:pt x="0" y="72453"/>
                </a:lnTo>
                <a:lnTo>
                  <a:pt x="72453" y="72453"/>
                </a:lnTo>
                <a:lnTo>
                  <a:pt x="72453"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15" name="object 15"/>
          <p:cNvSpPr/>
          <p:nvPr/>
        </p:nvSpPr>
        <p:spPr>
          <a:xfrm>
            <a:off x="2868160" y="5688666"/>
            <a:ext cx="132127" cy="132127"/>
          </a:xfrm>
          <a:custGeom>
            <a:avLst/>
            <a:gdLst/>
            <a:ahLst/>
            <a:cxnLst/>
            <a:rect l="l" t="t" r="r" b="b"/>
            <a:pathLst>
              <a:path w="66675" h="66675">
                <a:moveTo>
                  <a:pt x="66167" y="0"/>
                </a:moveTo>
                <a:lnTo>
                  <a:pt x="0" y="0"/>
                </a:lnTo>
                <a:lnTo>
                  <a:pt x="0" y="66167"/>
                </a:lnTo>
                <a:lnTo>
                  <a:pt x="66167" y="66167"/>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16" name="object 16"/>
          <p:cNvSpPr/>
          <p:nvPr/>
        </p:nvSpPr>
        <p:spPr>
          <a:xfrm>
            <a:off x="2868160" y="5989538"/>
            <a:ext cx="132127" cy="132127"/>
          </a:xfrm>
          <a:custGeom>
            <a:avLst/>
            <a:gdLst/>
            <a:ahLst/>
            <a:cxnLst/>
            <a:rect l="l" t="t" r="r" b="b"/>
            <a:pathLst>
              <a:path w="66675" h="66675">
                <a:moveTo>
                  <a:pt x="66167" y="0"/>
                </a:moveTo>
                <a:lnTo>
                  <a:pt x="0" y="0"/>
                </a:lnTo>
                <a:lnTo>
                  <a:pt x="0" y="66167"/>
                </a:lnTo>
                <a:lnTo>
                  <a:pt x="66167" y="66167"/>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17" name="object 17"/>
          <p:cNvSpPr/>
          <p:nvPr/>
        </p:nvSpPr>
        <p:spPr>
          <a:xfrm>
            <a:off x="2868160" y="6290408"/>
            <a:ext cx="132127" cy="132127"/>
          </a:xfrm>
          <a:custGeom>
            <a:avLst/>
            <a:gdLst/>
            <a:ahLst/>
            <a:cxnLst/>
            <a:rect l="l" t="t" r="r" b="b"/>
            <a:pathLst>
              <a:path w="66675" h="66675">
                <a:moveTo>
                  <a:pt x="66167" y="0"/>
                </a:moveTo>
                <a:lnTo>
                  <a:pt x="0" y="0"/>
                </a:lnTo>
                <a:lnTo>
                  <a:pt x="0" y="66167"/>
                </a:lnTo>
                <a:lnTo>
                  <a:pt x="66167" y="66167"/>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18" name="object 18"/>
          <p:cNvSpPr txBox="1"/>
          <p:nvPr/>
        </p:nvSpPr>
        <p:spPr>
          <a:xfrm>
            <a:off x="2553243" y="1160923"/>
            <a:ext cx="3455425" cy="5355718"/>
          </a:xfrm>
          <a:prstGeom prst="rect">
            <a:avLst/>
          </a:prstGeom>
        </p:spPr>
        <p:txBody>
          <a:bodyPr vert="horz" wrap="square" lIns="0" tIns="25167" rIns="0" bIns="0" rtlCol="0">
            <a:spAutoFit/>
          </a:bodyPr>
          <a:lstStyle/>
          <a:p>
            <a:pPr marL="33976" marR="593955" defTabSz="1812066">
              <a:lnSpc>
                <a:spcPct val="113000"/>
              </a:lnSpc>
              <a:spcBef>
                <a:spcPts val="198"/>
              </a:spcBef>
            </a:pPr>
            <a:r>
              <a:rPr sz="2180" spc="-20" dirty="0">
                <a:solidFill>
                  <a:prstClr val="black"/>
                </a:solidFill>
                <a:latin typeface="Microsoft Sans Serif" panose="020B0604020202020204"/>
                <a:cs typeface="Microsoft Sans Serif" panose="020B0604020202020204"/>
              </a:rPr>
              <a:t>Title</a:t>
            </a:r>
            <a:r>
              <a:rPr lang="en-GB" sz="2180" dirty="0">
                <a:solidFill>
                  <a:prstClr val="black"/>
                </a:solidFill>
                <a:latin typeface="Microsoft Sans Serif" panose="020B0604020202020204"/>
                <a:cs typeface="Microsoft Sans Serif" panose="020B0604020202020204"/>
              </a:rPr>
              <a:t> and</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Abstract </a:t>
            </a:r>
            <a:r>
              <a:rPr sz="2180" spc="-10" dirty="0">
                <a:solidFill>
                  <a:prstClr val="black"/>
                </a:solidFill>
                <a:latin typeface="Microsoft Sans Serif" panose="020B0604020202020204"/>
                <a:cs typeface="Microsoft Sans Serif" panose="020B0604020202020204"/>
              </a:rPr>
              <a:t> Chapter</a:t>
            </a:r>
            <a:r>
              <a:rPr sz="2180" spc="-59"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1:</a:t>
            </a:r>
            <a:r>
              <a:rPr sz="2180" spc="59"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Introduction</a:t>
            </a:r>
            <a:endParaRPr sz="2180" dirty="0">
              <a:solidFill>
                <a:prstClr val="black"/>
              </a:solidFill>
              <a:latin typeface="Microsoft Sans Serif" panose="020B0604020202020204"/>
              <a:cs typeface="Microsoft Sans Serif" panose="020B0604020202020204"/>
            </a:endParaRPr>
          </a:p>
          <a:p>
            <a:pPr marL="582630" marR="714760" defTabSz="1812066">
              <a:spcBef>
                <a:spcPts val="347"/>
              </a:spcBef>
            </a:pPr>
            <a:r>
              <a:rPr sz="1982" spc="-20" dirty="0">
                <a:solidFill>
                  <a:prstClr val="black"/>
                </a:solidFill>
                <a:latin typeface="Microsoft Sans Serif" panose="020B0604020202020204"/>
                <a:cs typeface="Microsoft Sans Serif" panose="020B0604020202020204"/>
              </a:rPr>
              <a:t>Problem</a:t>
            </a:r>
            <a:r>
              <a:rPr sz="1982" spc="-59"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Statement </a:t>
            </a:r>
            <a:r>
              <a:rPr sz="1982" spc="-503"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Motivation</a:t>
            </a:r>
            <a:r>
              <a:rPr sz="1982" spc="-10" dirty="0">
                <a:solidFill>
                  <a:prstClr val="black"/>
                </a:solidFill>
                <a:latin typeface="Microsoft Sans Serif" panose="020B0604020202020204"/>
                <a:cs typeface="Microsoft Sans Serif" panose="020B0604020202020204"/>
              </a:rPr>
              <a:t> /</a:t>
            </a:r>
            <a:r>
              <a:rPr sz="1982"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Scope </a:t>
            </a:r>
            <a:r>
              <a:rPr sz="1982"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Goals /</a:t>
            </a:r>
            <a:r>
              <a:rPr sz="1982"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Objectives</a:t>
            </a:r>
            <a:endParaRPr sz="1982" dirty="0">
              <a:solidFill>
                <a:prstClr val="black"/>
              </a:solidFill>
              <a:latin typeface="Microsoft Sans Serif" panose="020B0604020202020204"/>
              <a:cs typeface="Microsoft Sans Serif" panose="020B0604020202020204"/>
            </a:endParaRPr>
          </a:p>
          <a:p>
            <a:pPr marL="33976" defTabSz="1812066">
              <a:spcBef>
                <a:spcPts val="367"/>
              </a:spcBef>
            </a:pPr>
            <a:r>
              <a:rPr sz="2180" spc="-10" dirty="0">
                <a:solidFill>
                  <a:prstClr val="black"/>
                </a:solidFill>
                <a:latin typeface="Microsoft Sans Serif" panose="020B0604020202020204"/>
                <a:cs typeface="Microsoft Sans Serif" panose="020B0604020202020204"/>
              </a:rPr>
              <a:t>Chapter</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2:</a:t>
            </a:r>
            <a:r>
              <a:rPr sz="2180" spc="89"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Background</a:t>
            </a:r>
            <a:endParaRPr sz="2180" dirty="0">
              <a:solidFill>
                <a:prstClr val="black"/>
              </a:solidFill>
              <a:latin typeface="Microsoft Sans Serif" panose="020B0604020202020204"/>
              <a:cs typeface="Microsoft Sans Serif" panose="020B0604020202020204"/>
            </a:endParaRPr>
          </a:p>
          <a:p>
            <a:pPr marL="582630" defTabSz="1812066">
              <a:lnSpc>
                <a:spcPts val="2279"/>
              </a:lnSpc>
              <a:spcBef>
                <a:spcPts val="347"/>
              </a:spcBef>
            </a:pPr>
            <a:r>
              <a:rPr sz="1982" spc="-10" dirty="0">
                <a:solidFill>
                  <a:prstClr val="black"/>
                </a:solidFill>
                <a:latin typeface="Microsoft Sans Serif" panose="020B0604020202020204"/>
                <a:cs typeface="Microsoft Sans Serif" panose="020B0604020202020204"/>
              </a:rPr>
              <a:t>Preliminaries</a:t>
            </a:r>
            <a:endParaRPr sz="1982" dirty="0">
              <a:solidFill>
                <a:prstClr val="black"/>
              </a:solidFill>
              <a:latin typeface="Microsoft Sans Serif" panose="020B0604020202020204"/>
              <a:cs typeface="Microsoft Sans Serif" panose="020B0604020202020204"/>
            </a:endParaRPr>
          </a:p>
          <a:p>
            <a:pPr marL="582630" defTabSz="1812066">
              <a:lnSpc>
                <a:spcPts val="2279"/>
              </a:lnSpc>
            </a:pPr>
            <a:r>
              <a:rPr sz="1982" spc="-30" dirty="0">
                <a:solidFill>
                  <a:prstClr val="black"/>
                </a:solidFill>
                <a:latin typeface="Microsoft Sans Serif" panose="020B0604020202020204"/>
                <a:cs typeface="Microsoft Sans Serif" panose="020B0604020202020204"/>
              </a:rPr>
              <a:t>Review</a:t>
            </a:r>
            <a:r>
              <a:rPr sz="1982" spc="-10" dirty="0">
                <a:solidFill>
                  <a:prstClr val="black"/>
                </a:solidFill>
                <a:latin typeface="Microsoft Sans Serif" panose="020B0604020202020204"/>
                <a:cs typeface="Microsoft Sans Serif" panose="020B0604020202020204"/>
              </a:rPr>
              <a:t> of</a:t>
            </a:r>
            <a:r>
              <a:rPr sz="1982"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the literature</a:t>
            </a:r>
            <a:endParaRPr sz="1982" dirty="0">
              <a:solidFill>
                <a:prstClr val="black"/>
              </a:solidFill>
              <a:latin typeface="Microsoft Sans Serif" panose="020B0604020202020204"/>
              <a:cs typeface="Microsoft Sans Serif" panose="020B0604020202020204"/>
            </a:endParaRPr>
          </a:p>
          <a:p>
            <a:pPr marL="1131283" marR="338504" defTabSz="1812066">
              <a:lnSpc>
                <a:spcPct val="101000"/>
              </a:lnSpc>
              <a:spcBef>
                <a:spcPts val="357"/>
              </a:spcBef>
            </a:pPr>
            <a:r>
              <a:rPr sz="1784" spc="-10" dirty="0">
                <a:solidFill>
                  <a:prstClr val="black"/>
                </a:solidFill>
                <a:latin typeface="Microsoft Sans Serif" panose="020B0604020202020204"/>
                <a:cs typeface="Microsoft Sans Serif" panose="020B0604020202020204"/>
              </a:rPr>
              <a:t>Similar</a:t>
            </a:r>
            <a:r>
              <a:rPr sz="1784" spc="-109" dirty="0">
                <a:solidFill>
                  <a:prstClr val="black"/>
                </a:solidFill>
                <a:latin typeface="Microsoft Sans Serif" panose="020B0604020202020204"/>
                <a:cs typeface="Microsoft Sans Serif" panose="020B0604020202020204"/>
              </a:rPr>
              <a:t> </a:t>
            </a:r>
            <a:r>
              <a:rPr sz="1784" spc="-10" dirty="0">
                <a:solidFill>
                  <a:prstClr val="black"/>
                </a:solidFill>
                <a:latin typeface="Microsoft Sans Serif" panose="020B0604020202020204"/>
                <a:cs typeface="Microsoft Sans Serif" panose="020B0604020202020204"/>
              </a:rPr>
              <a:t>Applications </a:t>
            </a:r>
            <a:r>
              <a:rPr sz="1784" spc="-454" dirty="0">
                <a:solidFill>
                  <a:prstClr val="black"/>
                </a:solidFill>
                <a:latin typeface="Microsoft Sans Serif" panose="020B0604020202020204"/>
                <a:cs typeface="Microsoft Sans Serif" panose="020B0604020202020204"/>
              </a:rPr>
              <a:t> </a:t>
            </a:r>
            <a:r>
              <a:rPr sz="1784" spc="-10" dirty="0">
                <a:solidFill>
                  <a:prstClr val="black"/>
                </a:solidFill>
                <a:latin typeface="Microsoft Sans Serif" panose="020B0604020202020204"/>
                <a:cs typeface="Microsoft Sans Serif" panose="020B0604020202020204"/>
              </a:rPr>
              <a:t>Research </a:t>
            </a:r>
            <a:r>
              <a:rPr sz="1784" spc="-20" dirty="0">
                <a:solidFill>
                  <a:prstClr val="black"/>
                </a:solidFill>
                <a:latin typeface="Microsoft Sans Serif" panose="020B0604020202020204"/>
                <a:cs typeface="Microsoft Sans Serif" panose="020B0604020202020204"/>
              </a:rPr>
              <a:t>Papers</a:t>
            </a:r>
            <a:endParaRPr sz="1784" dirty="0">
              <a:solidFill>
                <a:prstClr val="black"/>
              </a:solidFill>
              <a:latin typeface="Microsoft Sans Serif" panose="020B0604020202020204"/>
              <a:cs typeface="Microsoft Sans Serif" panose="020B0604020202020204"/>
            </a:endParaRPr>
          </a:p>
          <a:p>
            <a:pPr marL="582630" defTabSz="1812066">
              <a:spcBef>
                <a:spcPts val="426"/>
              </a:spcBef>
            </a:pPr>
            <a:r>
              <a:rPr sz="1982" spc="-10" dirty="0">
                <a:solidFill>
                  <a:prstClr val="black"/>
                </a:solidFill>
                <a:latin typeface="Microsoft Sans Serif" panose="020B0604020202020204"/>
                <a:cs typeface="Microsoft Sans Serif" panose="020B0604020202020204"/>
              </a:rPr>
              <a:t>Gap</a:t>
            </a:r>
            <a:r>
              <a:rPr sz="1982" spc="-59"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Analysis</a:t>
            </a:r>
            <a:endParaRPr sz="1982" dirty="0">
              <a:solidFill>
                <a:prstClr val="black"/>
              </a:solidFill>
              <a:latin typeface="Microsoft Sans Serif" panose="020B0604020202020204"/>
              <a:cs typeface="Microsoft Sans Serif" panose="020B0604020202020204"/>
            </a:endParaRPr>
          </a:p>
          <a:p>
            <a:pPr marL="25168" marR="927426" indent="8809" defTabSz="1812066">
              <a:lnSpc>
                <a:spcPts val="2378"/>
              </a:lnSpc>
              <a:spcBef>
                <a:spcPts val="664"/>
              </a:spcBef>
            </a:pPr>
            <a:r>
              <a:rPr sz="2180" spc="-10" dirty="0">
                <a:solidFill>
                  <a:prstClr val="black"/>
                </a:solidFill>
                <a:latin typeface="Microsoft Sans Serif" panose="020B0604020202020204"/>
                <a:cs typeface="Microsoft Sans Serif" panose="020B0604020202020204"/>
              </a:rPr>
              <a:t>Chapter</a:t>
            </a:r>
            <a:r>
              <a:rPr sz="2180" spc="-4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3:</a:t>
            </a:r>
            <a:r>
              <a:rPr sz="2180" spc="99"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Problem </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Analysis</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Design</a:t>
            </a:r>
            <a:endParaRPr sz="2180" dirty="0">
              <a:solidFill>
                <a:prstClr val="black"/>
              </a:solidFill>
              <a:latin typeface="Microsoft Sans Serif" panose="020B0604020202020204"/>
              <a:cs typeface="Microsoft Sans Serif" panose="020B0604020202020204"/>
            </a:endParaRPr>
          </a:p>
          <a:p>
            <a:pPr marL="582630" marR="10067" defTabSz="1812066">
              <a:spcBef>
                <a:spcPts val="297"/>
              </a:spcBef>
            </a:pPr>
            <a:r>
              <a:rPr sz="1982" spc="-10" dirty="0">
                <a:solidFill>
                  <a:prstClr val="black"/>
                </a:solidFill>
                <a:latin typeface="Microsoft Sans Serif" panose="020B0604020202020204"/>
                <a:cs typeface="Microsoft Sans Serif" panose="020B0604020202020204"/>
              </a:rPr>
              <a:t>Requirement</a:t>
            </a:r>
            <a:r>
              <a:rPr sz="1982" spc="-59"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Engineering </a:t>
            </a:r>
            <a:r>
              <a:rPr sz="1982" spc="-495"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Detailed</a:t>
            </a:r>
            <a:r>
              <a:rPr sz="1982" spc="1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Design</a:t>
            </a:r>
            <a:endParaRPr sz="1982" dirty="0">
              <a:solidFill>
                <a:prstClr val="black"/>
              </a:solidFill>
              <a:latin typeface="Microsoft Sans Serif" panose="020B0604020202020204"/>
              <a:cs typeface="Microsoft Sans Serif" panose="020B0604020202020204"/>
            </a:endParaRPr>
          </a:p>
          <a:p>
            <a:pPr marL="582630" defTabSz="1812066">
              <a:lnSpc>
                <a:spcPts val="2358"/>
              </a:lnSpc>
            </a:pPr>
            <a:r>
              <a:rPr sz="1982" spc="-10" dirty="0">
                <a:solidFill>
                  <a:prstClr val="black"/>
                </a:solidFill>
                <a:latin typeface="Microsoft Sans Serif" panose="020B0604020202020204"/>
                <a:cs typeface="Microsoft Sans Serif" panose="020B0604020202020204"/>
              </a:rPr>
              <a:t>Plan and </a:t>
            </a:r>
            <a:r>
              <a:rPr sz="1982" spc="-69" dirty="0">
                <a:solidFill>
                  <a:prstClr val="black"/>
                </a:solidFill>
                <a:latin typeface="Microsoft Sans Serif" panose="020B0604020202020204"/>
                <a:cs typeface="Microsoft Sans Serif" panose="020B0604020202020204"/>
              </a:rPr>
              <a:t>Task</a:t>
            </a:r>
            <a:r>
              <a:rPr sz="1982" spc="-10" dirty="0">
                <a:solidFill>
                  <a:prstClr val="black"/>
                </a:solidFill>
                <a:latin typeface="Microsoft Sans Serif" panose="020B0604020202020204"/>
                <a:cs typeface="Microsoft Sans Serif" panose="020B0604020202020204"/>
              </a:rPr>
              <a:t> Allocation</a:t>
            </a:r>
            <a:endParaRPr sz="1982" dirty="0">
              <a:solidFill>
                <a:prstClr val="black"/>
              </a:solidFill>
              <a:latin typeface="Microsoft Sans Serif" panose="020B0604020202020204"/>
              <a:cs typeface="Microsoft Sans Serif" panose="020B0604020202020204"/>
            </a:endParaRPr>
          </a:p>
        </p:txBody>
      </p:sp>
      <p:sp>
        <p:nvSpPr>
          <p:cNvPr id="19" name="object 19"/>
          <p:cNvSpPr/>
          <p:nvPr/>
        </p:nvSpPr>
        <p:spPr>
          <a:xfrm>
            <a:off x="6780893" y="1363672"/>
            <a:ext cx="144710" cy="144710"/>
          </a:xfrm>
          <a:custGeom>
            <a:avLst/>
            <a:gdLst/>
            <a:ahLst/>
            <a:cxnLst/>
            <a:rect l="l" t="t" r="r" b="b"/>
            <a:pathLst>
              <a:path w="73025" h="73025">
                <a:moveTo>
                  <a:pt x="72453" y="0"/>
                </a:moveTo>
                <a:lnTo>
                  <a:pt x="0" y="0"/>
                </a:lnTo>
                <a:lnTo>
                  <a:pt x="0" y="72453"/>
                </a:lnTo>
                <a:lnTo>
                  <a:pt x="72453" y="72453"/>
                </a:lnTo>
                <a:lnTo>
                  <a:pt x="72453"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20" name="object 20"/>
          <p:cNvSpPr/>
          <p:nvPr/>
        </p:nvSpPr>
        <p:spPr>
          <a:xfrm>
            <a:off x="6780893" y="2080755"/>
            <a:ext cx="144710" cy="144710"/>
          </a:xfrm>
          <a:custGeom>
            <a:avLst/>
            <a:gdLst/>
            <a:ahLst/>
            <a:cxnLst/>
            <a:rect l="l" t="t" r="r" b="b"/>
            <a:pathLst>
              <a:path w="73025" h="73025">
                <a:moveTo>
                  <a:pt x="72453" y="0"/>
                </a:moveTo>
                <a:lnTo>
                  <a:pt x="0" y="0"/>
                </a:lnTo>
                <a:lnTo>
                  <a:pt x="0" y="72453"/>
                </a:lnTo>
                <a:lnTo>
                  <a:pt x="72453" y="72453"/>
                </a:lnTo>
                <a:lnTo>
                  <a:pt x="72453"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21" name="object 21"/>
          <p:cNvSpPr/>
          <p:nvPr/>
        </p:nvSpPr>
        <p:spPr>
          <a:xfrm>
            <a:off x="7342444" y="2745113"/>
            <a:ext cx="132127" cy="132127"/>
          </a:xfrm>
          <a:custGeom>
            <a:avLst/>
            <a:gdLst/>
            <a:ahLst/>
            <a:cxnLst/>
            <a:rect l="l" t="t" r="r" b="b"/>
            <a:pathLst>
              <a:path w="66675" h="66675">
                <a:moveTo>
                  <a:pt x="66167" y="0"/>
                </a:moveTo>
                <a:lnTo>
                  <a:pt x="0" y="0"/>
                </a:lnTo>
                <a:lnTo>
                  <a:pt x="0" y="66167"/>
                </a:lnTo>
                <a:lnTo>
                  <a:pt x="66167" y="66167"/>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22" name="object 22"/>
          <p:cNvSpPr/>
          <p:nvPr/>
        </p:nvSpPr>
        <p:spPr>
          <a:xfrm>
            <a:off x="7342444" y="3647726"/>
            <a:ext cx="132127" cy="132127"/>
          </a:xfrm>
          <a:custGeom>
            <a:avLst/>
            <a:gdLst/>
            <a:ahLst/>
            <a:cxnLst/>
            <a:rect l="l" t="t" r="r" b="b"/>
            <a:pathLst>
              <a:path w="66675" h="66675">
                <a:moveTo>
                  <a:pt x="66167" y="0"/>
                </a:moveTo>
                <a:lnTo>
                  <a:pt x="0" y="0"/>
                </a:lnTo>
                <a:lnTo>
                  <a:pt x="0" y="66167"/>
                </a:lnTo>
                <a:lnTo>
                  <a:pt x="66167" y="66167"/>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23" name="object 23"/>
          <p:cNvSpPr/>
          <p:nvPr/>
        </p:nvSpPr>
        <p:spPr>
          <a:xfrm>
            <a:off x="7342444" y="3948598"/>
            <a:ext cx="132127" cy="132127"/>
          </a:xfrm>
          <a:custGeom>
            <a:avLst/>
            <a:gdLst/>
            <a:ahLst/>
            <a:cxnLst/>
            <a:rect l="l" t="t" r="r" b="b"/>
            <a:pathLst>
              <a:path w="66675" h="66675">
                <a:moveTo>
                  <a:pt x="66167" y="0"/>
                </a:moveTo>
                <a:lnTo>
                  <a:pt x="0" y="0"/>
                </a:lnTo>
                <a:lnTo>
                  <a:pt x="0" y="66166"/>
                </a:lnTo>
                <a:lnTo>
                  <a:pt x="66167" y="66166"/>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24" name="object 24"/>
          <p:cNvSpPr/>
          <p:nvPr/>
        </p:nvSpPr>
        <p:spPr>
          <a:xfrm>
            <a:off x="7342444" y="4249468"/>
            <a:ext cx="132127" cy="132127"/>
          </a:xfrm>
          <a:custGeom>
            <a:avLst/>
            <a:gdLst/>
            <a:ahLst/>
            <a:cxnLst/>
            <a:rect l="l" t="t" r="r" b="b"/>
            <a:pathLst>
              <a:path w="66675" h="66675">
                <a:moveTo>
                  <a:pt x="66167" y="0"/>
                </a:moveTo>
                <a:lnTo>
                  <a:pt x="0" y="0"/>
                </a:lnTo>
                <a:lnTo>
                  <a:pt x="0" y="66166"/>
                </a:lnTo>
                <a:lnTo>
                  <a:pt x="66167" y="66166"/>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25" name="object 25"/>
          <p:cNvSpPr/>
          <p:nvPr/>
        </p:nvSpPr>
        <p:spPr>
          <a:xfrm>
            <a:off x="7342444" y="5152108"/>
            <a:ext cx="132127" cy="132127"/>
          </a:xfrm>
          <a:custGeom>
            <a:avLst/>
            <a:gdLst/>
            <a:ahLst/>
            <a:cxnLst/>
            <a:rect l="l" t="t" r="r" b="b"/>
            <a:pathLst>
              <a:path w="66675" h="66675">
                <a:moveTo>
                  <a:pt x="66167" y="0"/>
                </a:moveTo>
                <a:lnTo>
                  <a:pt x="0" y="0"/>
                </a:lnTo>
                <a:lnTo>
                  <a:pt x="0" y="66166"/>
                </a:lnTo>
                <a:lnTo>
                  <a:pt x="66167" y="66166"/>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26" name="object 26"/>
          <p:cNvSpPr txBox="1"/>
          <p:nvPr/>
        </p:nvSpPr>
        <p:spPr>
          <a:xfrm>
            <a:off x="7036589" y="1207533"/>
            <a:ext cx="3471782" cy="4993802"/>
          </a:xfrm>
          <a:prstGeom prst="rect">
            <a:avLst/>
          </a:prstGeom>
        </p:spPr>
        <p:txBody>
          <a:bodyPr vert="horz" wrap="square" lIns="0" tIns="13842" rIns="0" bIns="0" rtlCol="0">
            <a:spAutoFit/>
          </a:bodyPr>
          <a:lstStyle/>
          <a:p>
            <a:pPr marL="25168" marR="453017" defTabSz="1812066">
              <a:lnSpc>
                <a:spcPct val="103000"/>
              </a:lnSpc>
              <a:spcBef>
                <a:spcPts val="109"/>
              </a:spcBef>
            </a:pPr>
            <a:r>
              <a:rPr sz="2180" spc="-10" dirty="0">
                <a:solidFill>
                  <a:prstClr val="black"/>
                </a:solidFill>
                <a:latin typeface="Microsoft Sans Serif" panose="020B0604020202020204"/>
                <a:cs typeface="Microsoft Sans Serif" panose="020B0604020202020204"/>
              </a:rPr>
              <a:t>Chapter</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4:</a:t>
            </a:r>
            <a:r>
              <a:rPr sz="2180" spc="89" dirty="0">
                <a:solidFill>
                  <a:prstClr val="black"/>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Development </a:t>
            </a:r>
            <a:r>
              <a:rPr sz="2180" spc="-545"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a:t>
            </a:r>
            <a:r>
              <a:rPr sz="2180" spc="10" dirty="0">
                <a:solidFill>
                  <a:prstClr val="black"/>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Validation</a:t>
            </a:r>
            <a:endParaRPr sz="2180">
              <a:solidFill>
                <a:prstClr val="black"/>
              </a:solidFill>
              <a:latin typeface="Microsoft Sans Serif" panose="020B0604020202020204"/>
              <a:cs typeface="Microsoft Sans Serif" panose="020B0604020202020204"/>
            </a:endParaRPr>
          </a:p>
          <a:p>
            <a:pPr marL="25168" marR="268035" defTabSz="1812066">
              <a:lnSpc>
                <a:spcPts val="2378"/>
              </a:lnSpc>
              <a:spcBef>
                <a:spcPts val="624"/>
              </a:spcBef>
            </a:pPr>
            <a:r>
              <a:rPr sz="2180" spc="-10" dirty="0">
                <a:solidFill>
                  <a:prstClr val="black"/>
                </a:solidFill>
                <a:latin typeface="Microsoft Sans Serif" panose="020B0604020202020204"/>
                <a:cs typeface="Microsoft Sans Serif" panose="020B0604020202020204"/>
              </a:rPr>
              <a:t>Chapter</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5:</a:t>
            </a:r>
            <a:r>
              <a:rPr sz="2180" spc="99"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Standards</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 </a:t>
            </a:r>
            <a:r>
              <a:rPr sz="2180" spc="-545"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Constraints</a:t>
            </a:r>
            <a:endParaRPr sz="2180">
              <a:solidFill>
                <a:prstClr val="black"/>
              </a:solidFill>
              <a:latin typeface="Microsoft Sans Serif" panose="020B0604020202020204"/>
              <a:cs typeface="Microsoft Sans Serif" panose="020B0604020202020204"/>
            </a:endParaRPr>
          </a:p>
          <a:p>
            <a:pPr marL="573821" marR="1041938" defTabSz="1812066">
              <a:spcBef>
                <a:spcPts val="297"/>
              </a:spcBef>
            </a:pPr>
            <a:r>
              <a:rPr sz="1982" spc="-10" dirty="0">
                <a:solidFill>
                  <a:prstClr val="black"/>
                </a:solidFill>
                <a:latin typeface="Microsoft Sans Serif" panose="020B0604020202020204"/>
                <a:cs typeface="Microsoft Sans Serif" panose="020B0604020202020204"/>
              </a:rPr>
              <a:t>Standards and </a:t>
            </a:r>
            <a:r>
              <a:rPr sz="1982"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Compliance</a:t>
            </a:r>
            <a:r>
              <a:rPr sz="1982" spc="-129"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with </a:t>
            </a:r>
            <a:r>
              <a:rPr sz="1982" spc="-503"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Specification</a:t>
            </a:r>
            <a:endParaRPr sz="1982">
              <a:solidFill>
                <a:prstClr val="black"/>
              </a:solidFill>
              <a:latin typeface="Microsoft Sans Serif" panose="020B0604020202020204"/>
              <a:cs typeface="Microsoft Sans Serif" panose="020B0604020202020204"/>
            </a:endParaRPr>
          </a:p>
          <a:p>
            <a:pPr marL="573821" marR="10067" defTabSz="1812066">
              <a:lnSpc>
                <a:spcPts val="2378"/>
              </a:lnSpc>
              <a:spcBef>
                <a:spcPts val="50"/>
              </a:spcBef>
            </a:pPr>
            <a:r>
              <a:rPr sz="1982" spc="-10" dirty="0">
                <a:solidFill>
                  <a:prstClr val="black"/>
                </a:solidFill>
                <a:latin typeface="Microsoft Sans Serif" panose="020B0604020202020204"/>
                <a:cs typeface="Microsoft Sans Serif" panose="020B0604020202020204"/>
              </a:rPr>
              <a:t>Impacts and</a:t>
            </a:r>
            <a:r>
              <a:rPr sz="1982"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Constraints </a:t>
            </a:r>
            <a:r>
              <a:rPr sz="1982"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Budget and Cost Analysis </a:t>
            </a:r>
            <a:r>
              <a:rPr sz="1982" spc="-503"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Compliance</a:t>
            </a:r>
            <a:r>
              <a:rPr sz="1982" spc="-10"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with</a:t>
            </a:r>
            <a:r>
              <a:rPr sz="1982" spc="-10"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Complex </a:t>
            </a:r>
            <a:r>
              <a:rPr sz="1982" spc="-495"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Engineering </a:t>
            </a:r>
            <a:r>
              <a:rPr sz="1982"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Requirements</a:t>
            </a:r>
            <a:endParaRPr sz="1982">
              <a:solidFill>
                <a:prstClr val="black"/>
              </a:solidFill>
              <a:latin typeface="Microsoft Sans Serif" panose="020B0604020202020204"/>
              <a:cs typeface="Microsoft Sans Serif" panose="020B0604020202020204"/>
            </a:endParaRPr>
          </a:p>
          <a:p>
            <a:pPr marL="573821" defTabSz="1812066">
              <a:lnSpc>
                <a:spcPts val="2259"/>
              </a:lnSpc>
            </a:pPr>
            <a:r>
              <a:rPr sz="1982" spc="-10" dirty="0">
                <a:solidFill>
                  <a:prstClr val="black"/>
                </a:solidFill>
                <a:latin typeface="Microsoft Sans Serif" panose="020B0604020202020204"/>
                <a:cs typeface="Microsoft Sans Serif" panose="020B0604020202020204"/>
              </a:rPr>
              <a:t>Learning Experience</a:t>
            </a:r>
            <a:endParaRPr sz="1982">
              <a:solidFill>
                <a:prstClr val="black"/>
              </a:solidFill>
              <a:latin typeface="Microsoft Sans Serif" panose="020B0604020202020204"/>
              <a:cs typeface="Microsoft Sans Serif" panose="020B0604020202020204"/>
            </a:endParaRPr>
          </a:p>
          <a:p>
            <a:pPr marL="25168" marR="695884" defTabSz="1812066">
              <a:lnSpc>
                <a:spcPct val="125000"/>
              </a:lnSpc>
              <a:spcBef>
                <a:spcPts val="40"/>
              </a:spcBef>
            </a:pPr>
            <a:r>
              <a:rPr sz="2180" spc="-10" dirty="0">
                <a:solidFill>
                  <a:prstClr val="black"/>
                </a:solidFill>
                <a:latin typeface="Microsoft Sans Serif" panose="020B0604020202020204"/>
                <a:cs typeface="Microsoft Sans Serif" panose="020B0604020202020204"/>
              </a:rPr>
              <a:t>Chapter</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6:</a:t>
            </a:r>
            <a:r>
              <a:rPr sz="2180" spc="99"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Conclusion </a:t>
            </a:r>
            <a:r>
              <a:rPr sz="2180" spc="-555"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References</a:t>
            </a:r>
            <a:endParaRPr sz="2180">
              <a:solidFill>
                <a:prstClr val="black"/>
              </a:solidFill>
              <a:latin typeface="Microsoft Sans Serif" panose="020B0604020202020204"/>
              <a:cs typeface="Microsoft Sans Serif" panose="020B0604020202020204"/>
            </a:endParaRPr>
          </a:p>
        </p:txBody>
      </p:sp>
      <p:sp>
        <p:nvSpPr>
          <p:cNvPr id="27" name="object 27"/>
          <p:cNvSpPr/>
          <p:nvPr/>
        </p:nvSpPr>
        <p:spPr>
          <a:xfrm>
            <a:off x="6780893" y="5555862"/>
            <a:ext cx="144710" cy="144710"/>
          </a:xfrm>
          <a:custGeom>
            <a:avLst/>
            <a:gdLst/>
            <a:ahLst/>
            <a:cxnLst/>
            <a:rect l="l" t="t" r="r" b="b"/>
            <a:pathLst>
              <a:path w="73025" h="73025">
                <a:moveTo>
                  <a:pt x="72453" y="0"/>
                </a:moveTo>
                <a:lnTo>
                  <a:pt x="0" y="0"/>
                </a:lnTo>
                <a:lnTo>
                  <a:pt x="0" y="72453"/>
                </a:lnTo>
                <a:lnTo>
                  <a:pt x="72453" y="72453"/>
                </a:lnTo>
                <a:lnTo>
                  <a:pt x="72453"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28" name="object 28"/>
          <p:cNvSpPr/>
          <p:nvPr/>
        </p:nvSpPr>
        <p:spPr>
          <a:xfrm>
            <a:off x="6780893" y="5972072"/>
            <a:ext cx="144710" cy="144710"/>
          </a:xfrm>
          <a:custGeom>
            <a:avLst/>
            <a:gdLst/>
            <a:ahLst/>
            <a:cxnLst/>
            <a:rect l="l" t="t" r="r" b="b"/>
            <a:pathLst>
              <a:path w="73025" h="73025">
                <a:moveTo>
                  <a:pt x="72453" y="0"/>
                </a:moveTo>
                <a:lnTo>
                  <a:pt x="0" y="0"/>
                </a:lnTo>
                <a:lnTo>
                  <a:pt x="0" y="72453"/>
                </a:lnTo>
                <a:lnTo>
                  <a:pt x="72453" y="72453"/>
                </a:lnTo>
                <a:lnTo>
                  <a:pt x="72453"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30" name="object 30"/>
          <p:cNvSpPr txBox="1">
            <a:spLocks noGrp="1"/>
          </p:cNvSpPr>
          <p:nvPr>
            <p:ph type="dt" sz="half" idx="6"/>
          </p:nvPr>
        </p:nvSpPr>
        <p:spPr>
          <a:xfrm>
            <a:off x="2408282" y="13082829"/>
            <a:ext cx="3893600"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Swakkhar</a:t>
            </a:r>
            <a:r>
              <a:rPr spc="-59" dirty="0">
                <a:solidFill>
                  <a:prstClr val="white"/>
                </a:solidFill>
              </a:rPr>
              <a:t> </a:t>
            </a:r>
            <a:r>
              <a:rPr spc="-10" dirty="0">
                <a:solidFill>
                  <a:prstClr val="white"/>
                </a:solidFill>
              </a:rPr>
              <a:t>Shatabda</a:t>
            </a:r>
          </a:p>
        </p:txBody>
      </p:sp>
      <p:sp>
        <p:nvSpPr>
          <p:cNvPr id="31" name="object 31"/>
          <p:cNvSpPr txBox="1"/>
          <p:nvPr/>
        </p:nvSpPr>
        <p:spPr>
          <a:xfrm>
            <a:off x="5288559" y="6601983"/>
            <a:ext cx="937470" cy="199518"/>
          </a:xfrm>
          <a:prstGeom prst="rect">
            <a:avLst/>
          </a:prstGeom>
        </p:spPr>
        <p:txBody>
          <a:bodyPr vert="horz" wrap="square" lIns="0" tIns="16359" rIns="0" bIns="0" rtlCol="0">
            <a:spAutoFit/>
          </a:bodyPr>
          <a:lstStyle/>
          <a:p>
            <a:pPr marL="25168" defTabSz="1812066">
              <a:spcBef>
                <a:spcPts val="129"/>
              </a:spcBef>
            </a:pPr>
            <a:r>
              <a:rPr sz="1189" b="1" spc="-10" dirty="0">
                <a:solidFill>
                  <a:srgbClr val="FFFFFF"/>
                </a:solidFill>
                <a:latin typeface="Arial" panose="020B0604020202020204"/>
                <a:cs typeface="Arial" panose="020B0604020202020204"/>
                <a:hlinkClick r:id="rId2" action="ppaction://hlinksldjump"/>
              </a:rPr>
              <a:t>Assessment</a:t>
            </a:r>
            <a:endParaRPr sz="1189">
              <a:solidFill>
                <a:prstClr val="black"/>
              </a:solidFill>
              <a:latin typeface="Arial" panose="020B0604020202020204"/>
              <a:cs typeface="Arial" panose="020B0604020202020204"/>
            </a:endParaRPr>
          </a:p>
        </p:txBody>
      </p:sp>
      <p:sp>
        <p:nvSpPr>
          <p:cNvPr id="32" name="object 32"/>
          <p:cNvSpPr txBox="1">
            <a:spLocks noGrp="1"/>
          </p:cNvSpPr>
          <p:nvPr>
            <p:ph type="ftr" sz="quarter" idx="5"/>
          </p:nvPr>
        </p:nvSpPr>
        <p:spPr>
          <a:xfrm>
            <a:off x="20650673" y="13082827"/>
            <a:ext cx="3773793"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7th</a:t>
            </a:r>
            <a:r>
              <a:rPr spc="-59" dirty="0">
                <a:solidFill>
                  <a:prstClr val="white"/>
                </a:solidFill>
              </a:rPr>
              <a:t> </a:t>
            </a:r>
            <a:r>
              <a:rPr spc="-10" dirty="0">
                <a:solidFill>
                  <a:prstClr val="white"/>
                </a:solidFill>
              </a:rPr>
              <a:t>November</a:t>
            </a:r>
            <a:r>
              <a:rPr spc="-50" dirty="0">
                <a:solidFill>
                  <a:prstClr val="white"/>
                </a:solidFill>
              </a:rPr>
              <a:t> </a:t>
            </a:r>
            <a:r>
              <a:rPr spc="-10" dirty="0">
                <a:solidFill>
                  <a:prstClr val="white"/>
                </a:solidFill>
              </a:rPr>
              <a:t>2021</a:t>
            </a:r>
          </a:p>
        </p:txBody>
      </p:sp>
      <p:sp>
        <p:nvSpPr>
          <p:cNvPr id="33" name="object 33"/>
          <p:cNvSpPr txBox="1">
            <a:spLocks noGrp="1"/>
          </p:cNvSpPr>
          <p:nvPr>
            <p:ph type="sldNum" sz="quarter" idx="7"/>
          </p:nvPr>
        </p:nvSpPr>
        <p:spPr>
          <a:xfrm>
            <a:off x="25063817" y="13082829"/>
            <a:ext cx="1683898" cy="199518"/>
          </a:xfrm>
          <a:prstGeom prst="rect">
            <a:avLst/>
          </a:prstGeom>
        </p:spPr>
        <p:txBody>
          <a:bodyPr vert="horz" wrap="square" lIns="0" tIns="16359" rIns="0" bIns="0" rtlCol="0">
            <a:spAutoFit/>
          </a:bodyPr>
          <a:lstStyle/>
          <a:p>
            <a:pPr marL="75503" defTabSz="1812066">
              <a:spcBef>
                <a:spcPts val="129"/>
              </a:spcBef>
            </a:pPr>
            <a:r>
              <a:rPr spc="-10" dirty="0">
                <a:solidFill>
                  <a:prstClr val="white"/>
                </a:solidFill>
              </a:rPr>
              <a:t>9</a:t>
            </a:r>
            <a:r>
              <a:rPr spc="-59" dirty="0">
                <a:solidFill>
                  <a:prstClr val="white"/>
                </a:solidFill>
              </a:rPr>
              <a:t> </a:t>
            </a:r>
            <a:r>
              <a:rPr spc="-10" dirty="0">
                <a:solidFill>
                  <a:prstClr val="white"/>
                </a:solidFill>
              </a:rPr>
              <a:t>/</a:t>
            </a:r>
            <a:r>
              <a:rPr spc="-59" dirty="0">
                <a:solidFill>
                  <a:prstClr val="white"/>
                </a:solidFill>
              </a:rPr>
              <a:t> </a:t>
            </a:r>
            <a:r>
              <a:rPr spc="-10" dirty="0">
                <a:solidFill>
                  <a:prstClr val="white"/>
                </a:solidFill>
              </a:rPr>
              <a:t>15</a:t>
            </a:r>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87045" y="424989"/>
            <a:ext cx="16546141" cy="548970"/>
          </a:xfrm>
          <a:prstGeom prst="rect">
            <a:avLst/>
          </a:prstGeom>
        </p:spPr>
        <p:txBody>
          <a:bodyPr vert="horz" wrap="square" lIns="0" tIns="30200" rIns="0" bIns="0" rtlCol="0">
            <a:spAutoFit/>
          </a:bodyPr>
          <a:lstStyle/>
          <a:p>
            <a:pPr marL="25168">
              <a:spcBef>
                <a:spcPts val="238"/>
              </a:spcBef>
            </a:pPr>
            <a:r>
              <a:rPr spc="10" dirty="0"/>
              <a:t>Course</a:t>
            </a:r>
            <a:r>
              <a:rPr dirty="0"/>
              <a:t> </a:t>
            </a:r>
            <a:r>
              <a:rPr spc="10" dirty="0"/>
              <a:t>Activities</a:t>
            </a:r>
            <a:r>
              <a:rPr dirty="0"/>
              <a:t> </a:t>
            </a:r>
            <a:r>
              <a:rPr spc="10" dirty="0"/>
              <a:t>- </a:t>
            </a:r>
            <a:r>
              <a:rPr spc="20" dirty="0"/>
              <a:t>CSE</a:t>
            </a:r>
            <a:r>
              <a:rPr dirty="0"/>
              <a:t> </a:t>
            </a:r>
            <a:r>
              <a:rPr spc="20" dirty="0"/>
              <a:t>4000A</a:t>
            </a:r>
          </a:p>
        </p:txBody>
      </p:sp>
      <p:sp>
        <p:nvSpPr>
          <p:cNvPr id="14" name="object 14"/>
          <p:cNvSpPr txBox="1"/>
          <p:nvPr/>
        </p:nvSpPr>
        <p:spPr>
          <a:xfrm>
            <a:off x="1867950" y="1163972"/>
            <a:ext cx="7981804" cy="4488507"/>
          </a:xfrm>
          <a:prstGeom prst="rect">
            <a:avLst/>
          </a:prstGeom>
        </p:spPr>
        <p:txBody>
          <a:bodyPr vert="horz" wrap="square" lIns="0" tIns="71726" rIns="0" bIns="0" rtlCol="0">
            <a:spAutoFit/>
          </a:bodyPr>
          <a:lstStyle/>
          <a:p>
            <a:pPr marL="364930" indent="-339762" defTabSz="1812066">
              <a:spcBef>
                <a:spcPts val="565"/>
              </a:spcBef>
              <a:buFont typeface="Wingdings" panose="05000000000000000000" pitchFamily="2" charset="2"/>
              <a:buChar char="q"/>
            </a:pPr>
            <a:r>
              <a:rPr sz="2180" spc="-20" dirty="0">
                <a:solidFill>
                  <a:prstClr val="black"/>
                </a:solidFill>
                <a:latin typeface="Microsoft Sans Serif" panose="020B0604020202020204"/>
                <a:cs typeface="Microsoft Sans Serif" panose="020B0604020202020204"/>
              </a:rPr>
              <a:t>Continuous</a:t>
            </a:r>
            <a:r>
              <a:rPr sz="2180" spc="-10" dirty="0">
                <a:solidFill>
                  <a:prstClr val="black"/>
                </a:solidFill>
                <a:latin typeface="Microsoft Sans Serif" panose="020B0604020202020204"/>
                <a:cs typeface="Microsoft Sans Serif" panose="020B0604020202020204"/>
              </a:rPr>
              <a:t> Assessment</a:t>
            </a:r>
            <a:r>
              <a:rPr sz="218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20%</a:t>
            </a:r>
            <a:r>
              <a:rPr sz="2180" spc="-10" dirty="0">
                <a:solidFill>
                  <a:prstClr val="black"/>
                </a:solidFill>
                <a:latin typeface="Microsoft Sans Serif" panose="020B0604020202020204"/>
                <a:cs typeface="Microsoft Sans Serif" panose="020B0604020202020204"/>
              </a:rPr>
              <a:t> </a:t>
            </a:r>
            <a:r>
              <a:rPr sz="2180" spc="-40" dirty="0">
                <a:solidFill>
                  <a:prstClr val="black"/>
                </a:solidFill>
                <a:latin typeface="Microsoft Sans Serif" panose="020B0604020202020204"/>
                <a:cs typeface="Microsoft Sans Serif" panose="020B0604020202020204"/>
              </a:rPr>
              <a:t>(Teacher)</a:t>
            </a:r>
            <a:endParaRPr lang="en-GB" sz="2180" spc="-40" dirty="0">
              <a:solidFill>
                <a:prstClr val="black"/>
              </a:solidFill>
              <a:latin typeface="Microsoft Sans Serif" panose="020B0604020202020204"/>
              <a:cs typeface="Microsoft Sans Serif" panose="020B0604020202020204"/>
            </a:endParaRPr>
          </a:p>
          <a:p>
            <a:pPr marL="1270963" lvl="1" indent="-339762" defTabSz="1812066">
              <a:spcBef>
                <a:spcPts val="565"/>
              </a:spcBef>
              <a:buFont typeface="Wingdings" panose="05000000000000000000" pitchFamily="2" charset="2"/>
              <a:buChar char="q"/>
            </a:pPr>
            <a:r>
              <a:rPr lang="en-US" sz="2180" spc="-40" dirty="0">
                <a:solidFill>
                  <a:prstClr val="black"/>
                </a:solidFill>
                <a:latin typeface="Microsoft Sans Serif" panose="020B0604020202020204"/>
                <a:cs typeface="Microsoft Sans Serif" panose="020B0604020202020204"/>
              </a:rPr>
              <a:t>Weekly Tasks</a:t>
            </a:r>
          </a:p>
          <a:p>
            <a:pPr marL="1270963" lvl="1" indent="-339762" defTabSz="1812066">
              <a:spcBef>
                <a:spcPts val="565"/>
              </a:spcBef>
              <a:buFont typeface="Wingdings" panose="05000000000000000000" pitchFamily="2" charset="2"/>
              <a:buChar char="q"/>
            </a:pPr>
            <a:r>
              <a:rPr lang="en-US" sz="2180" spc="-40" dirty="0">
                <a:solidFill>
                  <a:prstClr val="black"/>
                </a:solidFill>
                <a:latin typeface="Microsoft Sans Serif" panose="020B0604020202020204"/>
                <a:cs typeface="Microsoft Sans Serif" panose="020B0604020202020204"/>
              </a:rPr>
              <a:t>Journals</a:t>
            </a:r>
            <a:endParaRPr lang="en-US" sz="2180" dirty="0">
              <a:solidFill>
                <a:prstClr val="black"/>
              </a:solidFill>
              <a:latin typeface="Microsoft Sans Serif" panose="020B0604020202020204"/>
              <a:cs typeface="Microsoft Sans Serif" panose="020B0604020202020204"/>
            </a:endParaRPr>
          </a:p>
          <a:p>
            <a:pPr marL="364930" indent="-339762" defTabSz="1812066">
              <a:spcBef>
                <a:spcPts val="565"/>
              </a:spcBef>
              <a:buFont typeface="Wingdings" panose="05000000000000000000" pitchFamily="2" charset="2"/>
              <a:buChar char="q"/>
            </a:pPr>
            <a:r>
              <a:rPr sz="2180" spc="-50" dirty="0">
                <a:solidFill>
                  <a:prstClr val="black"/>
                </a:solidFill>
                <a:latin typeface="Microsoft Sans Serif" panose="020B0604020202020204"/>
                <a:cs typeface="Microsoft Sans Serif" panose="020B0604020202020204"/>
              </a:rPr>
              <a:t>Teamwork </a:t>
            </a:r>
            <a:r>
              <a:rPr sz="2180" spc="-20" dirty="0">
                <a:solidFill>
                  <a:prstClr val="black"/>
                </a:solidFill>
                <a:latin typeface="Microsoft Sans Serif" panose="020B0604020202020204"/>
                <a:cs typeface="Microsoft Sans Serif" panose="020B0604020202020204"/>
              </a:rPr>
              <a:t>10%</a:t>
            </a:r>
            <a:r>
              <a:rPr lang="en-GB" sz="2180" spc="-20" dirty="0">
                <a:solidFill>
                  <a:prstClr val="black"/>
                </a:solidFill>
                <a:latin typeface="Microsoft Sans Serif" panose="020B0604020202020204"/>
                <a:cs typeface="Microsoft Sans Serif" panose="020B0604020202020204"/>
              </a:rPr>
              <a:t> </a:t>
            </a:r>
            <a:r>
              <a:rPr sz="2180" spc="-40" dirty="0">
                <a:solidFill>
                  <a:prstClr val="black"/>
                </a:solidFill>
                <a:latin typeface="Microsoft Sans Serif" panose="020B0604020202020204"/>
                <a:cs typeface="Microsoft Sans Serif" panose="020B0604020202020204"/>
              </a:rPr>
              <a:t>(Teacher) </a:t>
            </a:r>
            <a:r>
              <a:rPr sz="2180" spc="-555" dirty="0">
                <a:solidFill>
                  <a:prstClr val="black"/>
                </a:solidFill>
                <a:latin typeface="Microsoft Sans Serif" panose="020B0604020202020204"/>
                <a:cs typeface="Microsoft Sans Serif" panose="020B0604020202020204"/>
              </a:rPr>
              <a:t> </a:t>
            </a:r>
            <a:endParaRPr lang="en-GB" sz="2180" spc="-555" dirty="0">
              <a:solidFill>
                <a:prstClr val="black"/>
              </a:solidFill>
              <a:latin typeface="Microsoft Sans Serif" panose="020B0604020202020204"/>
              <a:cs typeface="Microsoft Sans Serif" panose="020B0604020202020204"/>
            </a:endParaRPr>
          </a:p>
          <a:p>
            <a:pPr marL="364930" marR="4034365" indent="-339762" defTabSz="1812066">
              <a:lnSpc>
                <a:spcPct val="113000"/>
              </a:lnSpc>
              <a:spcBef>
                <a:spcPts val="347"/>
              </a:spcBef>
              <a:buFont typeface="Wingdings" panose="05000000000000000000" pitchFamily="2" charset="2"/>
              <a:buChar char="q"/>
            </a:pPr>
            <a:r>
              <a:rPr sz="2180" spc="-10" dirty="0">
                <a:solidFill>
                  <a:prstClr val="black"/>
                </a:solidFill>
                <a:latin typeface="Microsoft Sans Serif" panose="020B0604020202020204"/>
                <a:cs typeface="Microsoft Sans Serif" panose="020B0604020202020204"/>
              </a:rPr>
              <a:t>Interim</a:t>
            </a:r>
            <a:r>
              <a:rPr sz="2180" spc="10" dirty="0">
                <a:solidFill>
                  <a:prstClr val="black"/>
                </a:solidFill>
                <a:latin typeface="Microsoft Sans Serif" panose="020B0604020202020204"/>
                <a:cs typeface="Microsoft Sans Serif" panose="020B0604020202020204"/>
              </a:rPr>
              <a:t> </a:t>
            </a:r>
            <a:r>
              <a:rPr sz="2180" dirty="0">
                <a:solidFill>
                  <a:prstClr val="black"/>
                </a:solidFill>
                <a:latin typeface="Microsoft Sans Serif" panose="020B0604020202020204"/>
                <a:cs typeface="Microsoft Sans Serif" panose="020B0604020202020204"/>
              </a:rPr>
              <a:t>Report</a:t>
            </a:r>
          </a:p>
          <a:p>
            <a:pPr marL="339762" marR="4668588" indent="-339762" algn="ctr" defTabSz="1812066">
              <a:lnSpc>
                <a:spcPts val="2378"/>
              </a:lnSpc>
              <a:spcBef>
                <a:spcPts val="347"/>
              </a:spcBef>
              <a:buFont typeface="Wingdings" panose="05000000000000000000" pitchFamily="2" charset="2"/>
              <a:buChar char="q"/>
            </a:pPr>
            <a:r>
              <a:rPr sz="1982" spc="-10" dirty="0">
                <a:solidFill>
                  <a:prstClr val="black"/>
                </a:solidFill>
                <a:latin typeface="Microsoft Sans Serif" panose="020B0604020202020204"/>
                <a:cs typeface="Microsoft Sans Serif" panose="020B0604020202020204"/>
              </a:rPr>
              <a:t>Mentor</a:t>
            </a:r>
            <a:r>
              <a:rPr sz="1982" spc="-5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20%</a:t>
            </a:r>
            <a:endParaRPr sz="1982" dirty="0">
              <a:solidFill>
                <a:prstClr val="black"/>
              </a:solidFill>
              <a:latin typeface="Microsoft Sans Serif" panose="020B0604020202020204"/>
              <a:cs typeface="Microsoft Sans Serif" panose="020B0604020202020204"/>
            </a:endParaRPr>
          </a:p>
          <a:p>
            <a:pPr marL="339762" marR="4559109" indent="-339762" algn="ctr" defTabSz="1812066">
              <a:lnSpc>
                <a:spcPts val="2378"/>
              </a:lnSpc>
              <a:buFont typeface="Wingdings" panose="05000000000000000000" pitchFamily="2" charset="2"/>
              <a:buChar char="q"/>
            </a:pPr>
            <a:r>
              <a:rPr sz="1982" spc="-40" dirty="0">
                <a:solidFill>
                  <a:prstClr val="black"/>
                </a:solidFill>
                <a:latin typeface="Microsoft Sans Serif" panose="020B0604020202020204"/>
                <a:cs typeface="Microsoft Sans Serif" panose="020B0604020202020204"/>
              </a:rPr>
              <a:t>Teacher</a:t>
            </a:r>
            <a:r>
              <a:rPr sz="1982" spc="-59"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20%</a:t>
            </a:r>
            <a:endParaRPr lang="en-GB" sz="1982" dirty="0">
              <a:solidFill>
                <a:prstClr val="black"/>
              </a:solidFill>
              <a:latin typeface="Microsoft Sans Serif" panose="020B0604020202020204"/>
              <a:cs typeface="Microsoft Sans Serif" panose="020B0604020202020204"/>
            </a:endParaRPr>
          </a:p>
          <a:p>
            <a:pPr marL="339762" marR="4559109" indent="-339762" algn="ctr" defTabSz="1812066">
              <a:lnSpc>
                <a:spcPts val="2378"/>
              </a:lnSpc>
              <a:buFont typeface="Wingdings" panose="05000000000000000000" pitchFamily="2" charset="2"/>
              <a:buChar char="q"/>
            </a:pPr>
            <a:r>
              <a:rPr sz="2180" spc="-10" dirty="0">
                <a:solidFill>
                  <a:prstClr val="black"/>
                </a:solidFill>
                <a:latin typeface="Microsoft Sans Serif" panose="020B0604020202020204"/>
                <a:cs typeface="Microsoft Sans Serif" panose="020B0604020202020204"/>
              </a:rPr>
              <a:t>Interim</a:t>
            </a:r>
            <a:r>
              <a:rPr sz="2180" spc="-79"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Presentation</a:t>
            </a:r>
            <a:endParaRPr sz="2180" dirty="0">
              <a:solidFill>
                <a:prstClr val="black"/>
              </a:solidFill>
              <a:latin typeface="Microsoft Sans Serif" panose="020B0604020202020204"/>
              <a:cs typeface="Microsoft Sans Serif" panose="020B0604020202020204"/>
            </a:endParaRPr>
          </a:p>
          <a:p>
            <a:pPr marL="339762" marR="4668588" indent="-339762" algn="ctr" defTabSz="1812066">
              <a:lnSpc>
                <a:spcPts val="2378"/>
              </a:lnSpc>
              <a:spcBef>
                <a:spcPts val="347"/>
              </a:spcBef>
              <a:buFont typeface="Wingdings" panose="05000000000000000000" pitchFamily="2" charset="2"/>
              <a:buChar char="q"/>
            </a:pPr>
            <a:r>
              <a:rPr sz="1982" spc="-10" dirty="0">
                <a:solidFill>
                  <a:prstClr val="black"/>
                </a:solidFill>
                <a:latin typeface="Microsoft Sans Serif" panose="020B0604020202020204"/>
                <a:cs typeface="Microsoft Sans Serif" panose="020B0604020202020204"/>
              </a:rPr>
              <a:t>Mentor</a:t>
            </a:r>
            <a:r>
              <a:rPr sz="1982" spc="-5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10%</a:t>
            </a:r>
            <a:endParaRPr lang="en-GB" sz="1982" dirty="0">
              <a:solidFill>
                <a:prstClr val="black"/>
              </a:solidFill>
              <a:latin typeface="Microsoft Sans Serif" panose="020B0604020202020204"/>
              <a:cs typeface="Microsoft Sans Serif" panose="020B0604020202020204"/>
            </a:endParaRPr>
          </a:p>
          <a:p>
            <a:pPr marL="339762" marR="4668588" indent="-339762" algn="ctr" defTabSz="1812066">
              <a:lnSpc>
                <a:spcPts val="2378"/>
              </a:lnSpc>
              <a:spcBef>
                <a:spcPts val="347"/>
              </a:spcBef>
              <a:buFont typeface="Wingdings" panose="05000000000000000000" pitchFamily="2" charset="2"/>
              <a:buChar char="q"/>
            </a:pPr>
            <a:r>
              <a:rPr sz="1982" spc="-40" dirty="0">
                <a:solidFill>
                  <a:prstClr val="black"/>
                </a:solidFill>
                <a:latin typeface="Microsoft Sans Serif" panose="020B0604020202020204"/>
                <a:cs typeface="Microsoft Sans Serif" panose="020B0604020202020204"/>
              </a:rPr>
              <a:t>Teacher</a:t>
            </a:r>
            <a:r>
              <a:rPr sz="1982" spc="-59"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10%</a:t>
            </a:r>
            <a:endParaRPr lang="en-GB" sz="1982" spc="-10" dirty="0">
              <a:solidFill>
                <a:prstClr val="black"/>
              </a:solidFill>
              <a:latin typeface="Microsoft Sans Serif" panose="020B0604020202020204"/>
              <a:cs typeface="Microsoft Sans Serif" panose="020B0604020202020204"/>
            </a:endParaRPr>
          </a:p>
          <a:p>
            <a:pPr marL="339762" marR="4668588" indent="-339762" algn="ctr" defTabSz="1812066">
              <a:lnSpc>
                <a:spcPts val="2378"/>
              </a:lnSpc>
              <a:spcBef>
                <a:spcPts val="347"/>
              </a:spcBef>
              <a:buFont typeface="Wingdings" panose="05000000000000000000" pitchFamily="2" charset="2"/>
              <a:buChar char="q"/>
            </a:pPr>
            <a:r>
              <a:rPr sz="1982" spc="-10" dirty="0">
                <a:solidFill>
                  <a:prstClr val="black"/>
                </a:solidFill>
                <a:latin typeface="Microsoft Sans Serif" panose="020B0604020202020204"/>
                <a:cs typeface="Microsoft Sans Serif" panose="020B0604020202020204"/>
              </a:rPr>
              <a:t>Q&amp;A</a:t>
            </a:r>
            <a:r>
              <a:rPr sz="1982" spc="-59"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10%</a:t>
            </a:r>
            <a:endParaRPr sz="1982" dirty="0">
              <a:solidFill>
                <a:prstClr val="black"/>
              </a:solidFill>
              <a:latin typeface="Microsoft Sans Serif" panose="020B0604020202020204"/>
              <a:cs typeface="Microsoft Sans Serif" panose="020B0604020202020204"/>
            </a:endParaRPr>
          </a:p>
          <a:p>
            <a:pPr marL="364930" indent="-339762" defTabSz="1812066">
              <a:spcBef>
                <a:spcPts val="704"/>
              </a:spcBef>
              <a:buFont typeface="Wingdings" panose="05000000000000000000" pitchFamily="2" charset="2"/>
              <a:buChar char="q"/>
            </a:pPr>
            <a:r>
              <a:rPr sz="2180" spc="-20" dirty="0">
                <a:solidFill>
                  <a:prstClr val="black"/>
                </a:solidFill>
                <a:latin typeface="Microsoft Sans Serif" panose="020B0604020202020204"/>
                <a:cs typeface="Microsoft Sans Serif" panose="020B0604020202020204"/>
              </a:rPr>
              <a:t>All</a:t>
            </a:r>
            <a:r>
              <a:rPr sz="2180" spc="4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activities</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will</a:t>
            </a:r>
            <a:r>
              <a:rPr sz="2180" spc="4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be</a:t>
            </a:r>
            <a:r>
              <a:rPr sz="2180" spc="4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measured</a:t>
            </a:r>
            <a:r>
              <a:rPr sz="2180" spc="40" dirty="0">
                <a:solidFill>
                  <a:prstClr val="black"/>
                </a:solidFill>
                <a:latin typeface="Microsoft Sans Serif" panose="020B0604020202020204"/>
                <a:cs typeface="Microsoft Sans Serif" panose="020B0604020202020204"/>
              </a:rPr>
              <a:t> </a:t>
            </a:r>
            <a:r>
              <a:rPr sz="2180" spc="-40" dirty="0">
                <a:solidFill>
                  <a:prstClr val="black"/>
                </a:solidFill>
                <a:latin typeface="Microsoft Sans Serif" panose="020B0604020202020204"/>
                <a:cs typeface="Microsoft Sans Serif" panose="020B0604020202020204"/>
              </a:rPr>
              <a:t>for</a:t>
            </a:r>
            <a:r>
              <a:rPr sz="2180" spc="4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individual</a:t>
            </a:r>
            <a:r>
              <a:rPr sz="2180" spc="4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a:t>
            </a:r>
            <a:r>
              <a:rPr sz="2180" spc="4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team</a:t>
            </a:r>
            <a:r>
              <a:rPr sz="2180" spc="4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work.</a:t>
            </a:r>
            <a:endParaRPr sz="2180" dirty="0">
              <a:solidFill>
                <a:prstClr val="black"/>
              </a:solidFill>
              <a:latin typeface="Microsoft Sans Serif" panose="020B0604020202020204"/>
              <a:cs typeface="Microsoft Sans Serif" panose="020B0604020202020204"/>
            </a:endParaRPr>
          </a:p>
        </p:txBody>
      </p:sp>
      <p:sp>
        <p:nvSpPr>
          <p:cNvPr id="17" name="object 17"/>
          <p:cNvSpPr txBox="1">
            <a:spLocks noGrp="1"/>
          </p:cNvSpPr>
          <p:nvPr>
            <p:ph type="dt" sz="half" idx="6"/>
          </p:nvPr>
        </p:nvSpPr>
        <p:spPr>
          <a:xfrm>
            <a:off x="2408282" y="13082829"/>
            <a:ext cx="3893600"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Swakkhar</a:t>
            </a:r>
            <a:r>
              <a:rPr spc="-59" dirty="0">
                <a:solidFill>
                  <a:prstClr val="white"/>
                </a:solidFill>
              </a:rPr>
              <a:t> </a:t>
            </a:r>
            <a:r>
              <a:rPr spc="-10" dirty="0">
                <a:solidFill>
                  <a:prstClr val="white"/>
                </a:solidFill>
              </a:rPr>
              <a:t>Shatabda</a:t>
            </a:r>
          </a:p>
        </p:txBody>
      </p:sp>
      <p:sp>
        <p:nvSpPr>
          <p:cNvPr id="18" name="object 18"/>
          <p:cNvSpPr txBox="1"/>
          <p:nvPr/>
        </p:nvSpPr>
        <p:spPr>
          <a:xfrm>
            <a:off x="5288559" y="6601983"/>
            <a:ext cx="937470" cy="199518"/>
          </a:xfrm>
          <a:prstGeom prst="rect">
            <a:avLst/>
          </a:prstGeom>
        </p:spPr>
        <p:txBody>
          <a:bodyPr vert="horz" wrap="square" lIns="0" tIns="16359" rIns="0" bIns="0" rtlCol="0">
            <a:spAutoFit/>
          </a:bodyPr>
          <a:lstStyle/>
          <a:p>
            <a:pPr marL="25168" defTabSz="1812066">
              <a:spcBef>
                <a:spcPts val="129"/>
              </a:spcBef>
            </a:pPr>
            <a:r>
              <a:rPr sz="1189" b="1" spc="-10" dirty="0">
                <a:solidFill>
                  <a:srgbClr val="FFFFFF"/>
                </a:solidFill>
                <a:latin typeface="Arial" panose="020B0604020202020204"/>
                <a:cs typeface="Arial" panose="020B0604020202020204"/>
                <a:hlinkClick r:id="rId2" action="ppaction://hlinksldjump"/>
              </a:rPr>
              <a:t>Assessment</a:t>
            </a:r>
            <a:endParaRPr sz="1189">
              <a:solidFill>
                <a:prstClr val="black"/>
              </a:solidFill>
              <a:latin typeface="Arial" panose="020B0604020202020204"/>
              <a:cs typeface="Arial" panose="020B0604020202020204"/>
            </a:endParaRPr>
          </a:p>
        </p:txBody>
      </p:sp>
      <p:sp>
        <p:nvSpPr>
          <p:cNvPr id="19" name="object 19"/>
          <p:cNvSpPr txBox="1">
            <a:spLocks noGrp="1"/>
          </p:cNvSpPr>
          <p:nvPr>
            <p:ph type="ftr" sz="quarter" idx="5"/>
          </p:nvPr>
        </p:nvSpPr>
        <p:spPr>
          <a:xfrm>
            <a:off x="20650673" y="13082827"/>
            <a:ext cx="3773793"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7th</a:t>
            </a:r>
            <a:r>
              <a:rPr spc="-59" dirty="0">
                <a:solidFill>
                  <a:prstClr val="white"/>
                </a:solidFill>
              </a:rPr>
              <a:t> </a:t>
            </a:r>
            <a:r>
              <a:rPr spc="-10" dirty="0">
                <a:solidFill>
                  <a:prstClr val="white"/>
                </a:solidFill>
              </a:rPr>
              <a:t>November</a:t>
            </a:r>
            <a:r>
              <a:rPr spc="-50" dirty="0">
                <a:solidFill>
                  <a:prstClr val="white"/>
                </a:solidFill>
              </a:rPr>
              <a:t> </a:t>
            </a:r>
            <a:r>
              <a:rPr spc="-10" dirty="0">
                <a:solidFill>
                  <a:prstClr val="white"/>
                </a:solidFill>
              </a:rPr>
              <a:t>2021</a:t>
            </a:r>
          </a:p>
        </p:txBody>
      </p:sp>
      <p:sp>
        <p:nvSpPr>
          <p:cNvPr id="20" name="object 20"/>
          <p:cNvSpPr txBox="1">
            <a:spLocks noGrp="1"/>
          </p:cNvSpPr>
          <p:nvPr>
            <p:ph type="sldNum" sz="quarter" idx="7"/>
          </p:nvPr>
        </p:nvSpPr>
        <p:spPr>
          <a:xfrm>
            <a:off x="25063817" y="13082829"/>
            <a:ext cx="1683898" cy="199518"/>
          </a:xfrm>
          <a:prstGeom prst="rect">
            <a:avLst/>
          </a:prstGeom>
        </p:spPr>
        <p:txBody>
          <a:bodyPr vert="horz" wrap="square" lIns="0" tIns="16359" rIns="0" bIns="0" rtlCol="0">
            <a:spAutoFit/>
          </a:bodyPr>
          <a:lstStyle/>
          <a:p>
            <a:pPr marL="75503" defTabSz="1812066">
              <a:spcBef>
                <a:spcPts val="129"/>
              </a:spcBef>
            </a:pPr>
            <a:r>
              <a:rPr spc="-10" dirty="0">
                <a:solidFill>
                  <a:prstClr val="white"/>
                </a:solidFill>
              </a:rPr>
              <a:t>10</a:t>
            </a:r>
            <a:r>
              <a:rPr spc="-59" dirty="0">
                <a:solidFill>
                  <a:prstClr val="white"/>
                </a:solidFill>
              </a:rPr>
              <a:t> </a:t>
            </a:r>
            <a:r>
              <a:rPr spc="-10" dirty="0">
                <a:solidFill>
                  <a:prstClr val="white"/>
                </a:solidFill>
              </a:rPr>
              <a:t>/</a:t>
            </a:r>
            <a:r>
              <a:rPr spc="-59" dirty="0">
                <a:solidFill>
                  <a:prstClr val="white"/>
                </a:solidFill>
              </a:rPr>
              <a:t> </a:t>
            </a:r>
            <a:r>
              <a:rPr spc="-10" dirty="0">
                <a:solidFill>
                  <a:prstClr val="white"/>
                </a:solidFill>
              </a:rPr>
              <a:t>15</a:t>
            </a:r>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777323" y="214463"/>
            <a:ext cx="6046365" cy="548970"/>
          </a:xfrm>
          <a:prstGeom prst="rect">
            <a:avLst/>
          </a:prstGeom>
        </p:spPr>
        <p:txBody>
          <a:bodyPr vert="horz" wrap="square" lIns="0" tIns="30200" rIns="0" bIns="0" rtlCol="0">
            <a:spAutoFit/>
          </a:bodyPr>
          <a:lstStyle/>
          <a:p>
            <a:pPr marL="25168" defTabSz="1812066">
              <a:spcBef>
                <a:spcPts val="238"/>
              </a:spcBef>
            </a:pPr>
            <a:r>
              <a:rPr sz="3369" b="1" spc="30" dirty="0">
                <a:solidFill>
                  <a:srgbClr val="6D6E71"/>
                </a:solidFill>
                <a:latin typeface="Arial" panose="020B0604020202020204"/>
                <a:cs typeface="Arial" panose="020B0604020202020204"/>
              </a:rPr>
              <a:t>CO</a:t>
            </a:r>
            <a:r>
              <a:rPr sz="3369" b="1" spc="-20" dirty="0">
                <a:solidFill>
                  <a:srgbClr val="6D6E71"/>
                </a:solidFill>
                <a:latin typeface="Arial" panose="020B0604020202020204"/>
                <a:cs typeface="Arial" panose="020B0604020202020204"/>
              </a:rPr>
              <a:t> </a:t>
            </a:r>
            <a:r>
              <a:rPr sz="3369" b="1" spc="20" dirty="0">
                <a:solidFill>
                  <a:srgbClr val="6D6E71"/>
                </a:solidFill>
                <a:latin typeface="Arial" panose="020B0604020202020204"/>
                <a:cs typeface="Arial" panose="020B0604020202020204"/>
              </a:rPr>
              <a:t>Assessment</a:t>
            </a:r>
            <a:r>
              <a:rPr sz="3369" b="1" spc="-10" dirty="0">
                <a:solidFill>
                  <a:srgbClr val="6D6E71"/>
                </a:solidFill>
                <a:latin typeface="Arial" panose="020B0604020202020204"/>
                <a:cs typeface="Arial" panose="020B0604020202020204"/>
              </a:rPr>
              <a:t> </a:t>
            </a:r>
            <a:r>
              <a:rPr sz="3369" b="1" spc="10" dirty="0">
                <a:solidFill>
                  <a:srgbClr val="6D6E71"/>
                </a:solidFill>
                <a:latin typeface="Arial" panose="020B0604020202020204"/>
                <a:cs typeface="Arial" panose="020B0604020202020204"/>
              </a:rPr>
              <a:t>-</a:t>
            </a:r>
            <a:r>
              <a:rPr sz="3369" b="1" spc="-10" dirty="0">
                <a:solidFill>
                  <a:srgbClr val="6D6E71"/>
                </a:solidFill>
                <a:latin typeface="Arial" panose="020B0604020202020204"/>
                <a:cs typeface="Arial" panose="020B0604020202020204"/>
              </a:rPr>
              <a:t> </a:t>
            </a:r>
            <a:r>
              <a:rPr sz="3369" b="1" spc="20" dirty="0">
                <a:solidFill>
                  <a:srgbClr val="6D6E71"/>
                </a:solidFill>
                <a:latin typeface="Arial" panose="020B0604020202020204"/>
                <a:cs typeface="Arial" panose="020B0604020202020204"/>
              </a:rPr>
              <a:t>CSE</a:t>
            </a:r>
            <a:r>
              <a:rPr sz="3369" b="1" spc="-10" dirty="0">
                <a:solidFill>
                  <a:srgbClr val="6D6E71"/>
                </a:solidFill>
                <a:latin typeface="Arial" panose="020B0604020202020204"/>
                <a:cs typeface="Arial" panose="020B0604020202020204"/>
              </a:rPr>
              <a:t> </a:t>
            </a:r>
            <a:r>
              <a:rPr sz="3369" b="1" spc="20" dirty="0">
                <a:solidFill>
                  <a:srgbClr val="6D6E71"/>
                </a:solidFill>
                <a:latin typeface="Arial" panose="020B0604020202020204"/>
                <a:cs typeface="Arial" panose="020B0604020202020204"/>
              </a:rPr>
              <a:t>4000A</a:t>
            </a:r>
            <a:endParaRPr sz="3369">
              <a:solidFill>
                <a:prstClr val="black"/>
              </a:solidFill>
              <a:latin typeface="Arial" panose="020B0604020202020204"/>
              <a:cs typeface="Arial" panose="020B0604020202020204"/>
            </a:endParaRPr>
          </a:p>
        </p:txBody>
      </p:sp>
      <p:graphicFrame>
        <p:nvGraphicFramePr>
          <p:cNvPr id="3" name="object 3"/>
          <p:cNvGraphicFramePr>
            <a:graphicFrameLocks noGrp="1"/>
          </p:cNvGraphicFramePr>
          <p:nvPr>
            <p:extLst>
              <p:ext uri="{D42A27DB-BD31-4B8C-83A1-F6EECF244321}">
                <p14:modId xmlns:p14="http://schemas.microsoft.com/office/powerpoint/2010/main" val="3105603661"/>
              </p:ext>
            </p:extLst>
          </p:nvPr>
        </p:nvGraphicFramePr>
        <p:xfrm>
          <a:off x="952500" y="1000764"/>
          <a:ext cx="9492204" cy="4884197"/>
        </p:xfrm>
        <a:graphic>
          <a:graphicData uri="http://schemas.openxmlformats.org/drawingml/2006/table">
            <a:tbl>
              <a:tblPr firstRow="1" bandRow="1">
                <a:tableStyleId>{2D5ABB26-0587-4C30-8999-92F81FD0307C}</a:tableStyleId>
              </a:tblPr>
              <a:tblGrid>
                <a:gridCol w="2779522">
                  <a:extLst>
                    <a:ext uri="{9D8B030D-6E8A-4147-A177-3AD203B41FA5}">
                      <a16:colId xmlns:a16="http://schemas.microsoft.com/office/drawing/2014/main" val="20000"/>
                    </a:ext>
                  </a:extLst>
                </a:gridCol>
                <a:gridCol w="2128520">
                  <a:extLst>
                    <a:ext uri="{9D8B030D-6E8A-4147-A177-3AD203B41FA5}">
                      <a16:colId xmlns:a16="http://schemas.microsoft.com/office/drawing/2014/main" val="20001"/>
                    </a:ext>
                  </a:extLst>
                </a:gridCol>
                <a:gridCol w="1727713">
                  <a:extLst>
                    <a:ext uri="{9D8B030D-6E8A-4147-A177-3AD203B41FA5}">
                      <a16:colId xmlns:a16="http://schemas.microsoft.com/office/drawing/2014/main" val="20002"/>
                    </a:ext>
                  </a:extLst>
                </a:gridCol>
                <a:gridCol w="986543">
                  <a:extLst>
                    <a:ext uri="{9D8B030D-6E8A-4147-A177-3AD203B41FA5}">
                      <a16:colId xmlns:a16="http://schemas.microsoft.com/office/drawing/2014/main" val="20003"/>
                    </a:ext>
                  </a:extLst>
                </a:gridCol>
                <a:gridCol w="1869906">
                  <a:extLst>
                    <a:ext uri="{9D8B030D-6E8A-4147-A177-3AD203B41FA5}">
                      <a16:colId xmlns:a16="http://schemas.microsoft.com/office/drawing/2014/main" val="20004"/>
                    </a:ext>
                  </a:extLst>
                </a:gridCol>
              </a:tblGrid>
              <a:tr h="310911">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CO</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Measurement</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Part</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55"/>
                        </a:lnSpc>
                      </a:pPr>
                      <a:endParaRPr lang="en-US" sz="2000" spc="-5" dirty="0">
                        <a:latin typeface="Microsoft Sans Serif" panose="020B0604020202020204"/>
                        <a:cs typeface="Microsoft Sans Serif" panose="020B0604020202020204"/>
                      </a:endParaRPr>
                    </a:p>
                    <a:p>
                      <a:pPr algn="ctr">
                        <a:lnSpc>
                          <a:spcPts val="1055"/>
                        </a:lnSpc>
                      </a:pPr>
                      <a:r>
                        <a:rPr sz="2000" spc="-5" dirty="0">
                          <a:latin typeface="Microsoft Sans Serif" panose="020B0604020202020204"/>
                          <a:cs typeface="Microsoft Sans Serif" panose="020B0604020202020204"/>
                        </a:rPr>
                        <a:t>Marks</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1120">
                        <a:lnSpc>
                          <a:spcPts val="1055"/>
                        </a:lnSpc>
                      </a:pPr>
                      <a:endParaRPr lang="en-US" sz="2000" spc="-5" dirty="0">
                        <a:latin typeface="Microsoft Sans Serif" panose="020B0604020202020204"/>
                        <a:cs typeface="Microsoft Sans Serif" panose="020B0604020202020204"/>
                      </a:endParaRPr>
                    </a:p>
                    <a:p>
                      <a:pPr marL="71120">
                        <a:lnSpc>
                          <a:spcPts val="1055"/>
                        </a:lnSpc>
                      </a:pPr>
                      <a:r>
                        <a:rPr sz="2000" spc="-5" dirty="0">
                          <a:latin typeface="Microsoft Sans Serif" panose="020B0604020202020204"/>
                          <a:cs typeface="Microsoft Sans Serif" panose="020B0604020202020204"/>
                        </a:rPr>
                        <a:t>Assessor</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611783">
                <a:tc>
                  <a:txBody>
                    <a:bodyPr/>
                    <a:lstStyle/>
                    <a:p>
                      <a:pPr marL="75565">
                        <a:lnSpc>
                          <a:spcPts val="1055"/>
                        </a:lnSpc>
                        <a:tabLst>
                          <a:tab pos="814705" algn="l"/>
                        </a:tabLst>
                      </a:pPr>
                      <a:endParaRPr lang="en-US" sz="2000" spc="5" dirty="0">
                        <a:latin typeface="Microsoft Sans Serif" panose="020B0604020202020204"/>
                        <a:cs typeface="Microsoft Sans Serif" panose="020B0604020202020204"/>
                      </a:endParaRPr>
                    </a:p>
                    <a:p>
                      <a:pPr marL="75565">
                        <a:lnSpc>
                          <a:spcPts val="1055"/>
                        </a:lnSpc>
                        <a:tabLst>
                          <a:tab pos="814705" algn="l"/>
                        </a:tabLst>
                      </a:pPr>
                      <a:r>
                        <a:rPr sz="2000" spc="5" dirty="0">
                          <a:latin typeface="Microsoft Sans Serif" panose="020B0604020202020204"/>
                          <a:cs typeface="Microsoft Sans Serif" panose="020B0604020202020204"/>
                        </a:rPr>
                        <a:t>CO1:Real	</a:t>
                      </a:r>
                      <a:r>
                        <a:rPr sz="2000" spc="-10" dirty="0">
                          <a:latin typeface="Microsoft Sans Serif" panose="020B0604020202020204"/>
                          <a:cs typeface="Microsoft Sans Serif" panose="020B0604020202020204"/>
                        </a:rPr>
                        <a:t>life</a:t>
                      </a:r>
                      <a:endParaRPr sz="2000" dirty="0">
                        <a:latin typeface="Microsoft Sans Serif" panose="020B0604020202020204"/>
                        <a:cs typeface="Microsoft Sans Serif" panose="020B0604020202020204"/>
                      </a:endParaRPr>
                    </a:p>
                    <a:p>
                      <a:pPr marL="75565">
                        <a:lnSpc>
                          <a:spcPts val="1200"/>
                        </a:lnSpc>
                      </a:pPr>
                      <a:endParaRPr lang="en-US" sz="2000" spc="-10" dirty="0">
                        <a:latin typeface="Microsoft Sans Serif" panose="020B0604020202020204"/>
                        <a:cs typeface="Microsoft Sans Serif" panose="020B0604020202020204"/>
                      </a:endParaRPr>
                    </a:p>
                    <a:p>
                      <a:pPr marL="75565">
                        <a:lnSpc>
                          <a:spcPts val="1200"/>
                        </a:lnSpc>
                      </a:pPr>
                      <a:r>
                        <a:rPr sz="2000" spc="-10" dirty="0">
                          <a:latin typeface="Microsoft Sans Serif" panose="020B0604020202020204"/>
                          <a:cs typeface="Microsoft Sans Serif" panose="020B0604020202020204"/>
                        </a:rPr>
                        <a:t>Problem</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dirty="0">
                        <a:latin typeface="Microsoft Sans Serif" panose="020B0604020202020204"/>
                        <a:cs typeface="Microsoft Sans Serif" panose="020B0604020202020204"/>
                      </a:endParaRPr>
                    </a:p>
                    <a:p>
                      <a:pPr marL="75565">
                        <a:lnSpc>
                          <a:spcPts val="1055"/>
                        </a:lnSpc>
                      </a:pPr>
                      <a:r>
                        <a:rPr sz="2000" dirty="0">
                          <a:latin typeface="Microsoft Sans Serif" panose="020B0604020202020204"/>
                          <a:cs typeface="Microsoft Sans Serif" panose="020B0604020202020204"/>
                        </a:rPr>
                        <a:t>Report</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Chapter</a:t>
                      </a:r>
                      <a:r>
                        <a:rPr sz="2000" spc="-25"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1</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55"/>
                        </a:lnSpc>
                      </a:pPr>
                      <a:endParaRPr lang="en-US" sz="2000" spc="-5" dirty="0">
                        <a:latin typeface="Microsoft Sans Serif" panose="020B0604020202020204"/>
                        <a:cs typeface="Microsoft Sans Serif" panose="020B0604020202020204"/>
                      </a:endParaRPr>
                    </a:p>
                    <a:p>
                      <a:pPr algn="ctr">
                        <a:lnSpc>
                          <a:spcPts val="1055"/>
                        </a:lnSpc>
                      </a:pPr>
                      <a:r>
                        <a:rPr sz="2000" spc="-5" dirty="0">
                          <a:latin typeface="Microsoft Sans Serif" panose="020B0604020202020204"/>
                          <a:cs typeface="Microsoft Sans Serif" panose="020B0604020202020204"/>
                        </a:rPr>
                        <a:t>10%</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Mentor</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611783">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CO2:</a:t>
                      </a:r>
                      <a:r>
                        <a:rPr sz="2000" spc="175" dirty="0">
                          <a:latin typeface="Microsoft Sans Serif" panose="020B0604020202020204"/>
                          <a:cs typeface="Microsoft Sans Serif" panose="020B0604020202020204"/>
                        </a:rPr>
                        <a:t> </a:t>
                      </a:r>
                      <a:r>
                        <a:rPr sz="2000" spc="10" dirty="0">
                          <a:latin typeface="Microsoft Sans Serif" panose="020B0604020202020204"/>
                          <a:cs typeface="Microsoft Sans Serif" panose="020B0604020202020204"/>
                        </a:rPr>
                        <a:t>Gap</a:t>
                      </a:r>
                      <a:r>
                        <a:rPr sz="2000" spc="55"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Ana</a:t>
                      </a:r>
                      <a:r>
                        <a:rPr lang="en-US" sz="2000" spc="5" dirty="0">
                          <a:latin typeface="Microsoft Sans Serif" panose="020B0604020202020204"/>
                          <a:cs typeface="Microsoft Sans Serif" panose="020B0604020202020204"/>
                        </a:rPr>
                        <a:t>l</a:t>
                      </a:r>
                      <a:r>
                        <a:rPr sz="2000" spc="-5" dirty="0">
                          <a:latin typeface="Microsoft Sans Serif" panose="020B0604020202020204"/>
                          <a:cs typeface="Microsoft Sans Serif" panose="020B0604020202020204"/>
                        </a:rPr>
                        <a:t>ysis</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dirty="0">
                        <a:latin typeface="Microsoft Sans Serif" panose="020B0604020202020204"/>
                        <a:cs typeface="Microsoft Sans Serif" panose="020B0604020202020204"/>
                      </a:endParaRPr>
                    </a:p>
                    <a:p>
                      <a:pPr marL="75565">
                        <a:lnSpc>
                          <a:spcPts val="1055"/>
                        </a:lnSpc>
                      </a:pPr>
                      <a:r>
                        <a:rPr sz="2000" dirty="0">
                          <a:latin typeface="Microsoft Sans Serif" panose="020B0604020202020204"/>
                          <a:cs typeface="Microsoft Sans Serif" panose="020B0604020202020204"/>
                        </a:rPr>
                        <a:t>Report</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Chapter</a:t>
                      </a:r>
                      <a:r>
                        <a:rPr sz="2000" spc="-25"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2</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55"/>
                        </a:lnSpc>
                      </a:pPr>
                      <a:endParaRPr lang="en-US" sz="2000" spc="-5" dirty="0">
                        <a:latin typeface="Microsoft Sans Serif" panose="020B0604020202020204"/>
                        <a:cs typeface="Microsoft Sans Serif" panose="020B0604020202020204"/>
                      </a:endParaRPr>
                    </a:p>
                    <a:p>
                      <a:pPr algn="ctr">
                        <a:lnSpc>
                          <a:spcPts val="1055"/>
                        </a:lnSpc>
                      </a:pPr>
                      <a:r>
                        <a:rPr sz="2000" spc="-5" dirty="0">
                          <a:latin typeface="Microsoft Sans Serif" panose="020B0604020202020204"/>
                          <a:cs typeface="Microsoft Sans Serif" panose="020B0604020202020204"/>
                        </a:rPr>
                        <a:t>10%</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Mentor</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912654">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CO3:  </a:t>
                      </a:r>
                      <a:r>
                        <a:rPr sz="2000" spc="125"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Require</a:t>
                      </a:r>
                      <a:r>
                        <a:rPr sz="2000" dirty="0">
                          <a:latin typeface="Microsoft Sans Serif" panose="020B0604020202020204"/>
                          <a:cs typeface="Microsoft Sans Serif" panose="020B0604020202020204"/>
                        </a:rPr>
                        <a:t>ment</a:t>
                      </a:r>
                      <a:r>
                        <a:rPr lang="en-US" sz="2000" dirty="0">
                          <a:latin typeface="Microsoft Sans Serif" panose="020B0604020202020204"/>
                          <a:cs typeface="Microsoft Sans Serif" panose="020B0604020202020204"/>
                        </a:rPr>
                        <a:t>s</a:t>
                      </a:r>
                    </a:p>
                    <a:p>
                      <a:pPr marL="75565">
                        <a:lnSpc>
                          <a:spcPts val="1055"/>
                        </a:lnSpc>
                      </a:pPr>
                      <a:endParaRPr lang="en-US" sz="2000" dirty="0">
                        <a:latin typeface="Microsoft Sans Serif" panose="020B0604020202020204"/>
                        <a:cs typeface="Microsoft Sans Serif" panose="020B0604020202020204"/>
                      </a:endParaRPr>
                    </a:p>
                    <a:p>
                      <a:pPr marL="75565">
                        <a:lnSpc>
                          <a:spcPts val="1055"/>
                        </a:lnSpc>
                      </a:pPr>
                      <a:r>
                        <a:rPr sz="2000" dirty="0">
                          <a:latin typeface="Microsoft Sans Serif" panose="020B0604020202020204"/>
                          <a:cs typeface="Microsoft Sans Serif" panose="020B0604020202020204"/>
                        </a:rPr>
                        <a:t>	and  </a:t>
                      </a:r>
                      <a:r>
                        <a:rPr sz="2000" spc="-5" dirty="0">
                          <a:latin typeface="Microsoft Sans Serif" panose="020B0604020202020204"/>
                          <a:cs typeface="Microsoft Sans Serif" panose="020B0604020202020204"/>
                        </a:rPr>
                        <a:t>Standards</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dirty="0">
                        <a:latin typeface="Microsoft Sans Serif" panose="020B0604020202020204"/>
                        <a:cs typeface="Microsoft Sans Serif" panose="020B0604020202020204"/>
                      </a:endParaRPr>
                    </a:p>
                    <a:p>
                      <a:pPr marL="75565">
                        <a:lnSpc>
                          <a:spcPts val="1055"/>
                        </a:lnSpc>
                      </a:pPr>
                      <a:r>
                        <a:rPr sz="2000" dirty="0">
                          <a:latin typeface="Microsoft Sans Serif" panose="020B0604020202020204"/>
                          <a:cs typeface="Microsoft Sans Serif" panose="020B0604020202020204"/>
                        </a:rPr>
                        <a:t>Report</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Section </a:t>
                      </a:r>
                      <a:r>
                        <a:rPr sz="2000" spc="130"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3.1,</a:t>
                      </a:r>
                      <a:endParaRPr sz="2000" dirty="0">
                        <a:latin typeface="Microsoft Sans Serif" panose="020B0604020202020204"/>
                        <a:cs typeface="Microsoft Sans Serif" panose="020B0604020202020204"/>
                      </a:endParaRPr>
                    </a:p>
                    <a:p>
                      <a:pPr marL="75565">
                        <a:lnSpc>
                          <a:spcPts val="1200"/>
                        </a:lnSpc>
                      </a:pPr>
                      <a:endParaRPr lang="en-US" sz="2000" spc="-5" dirty="0">
                        <a:latin typeface="Microsoft Sans Serif" panose="020B0604020202020204"/>
                        <a:cs typeface="Microsoft Sans Serif" panose="020B0604020202020204"/>
                      </a:endParaRPr>
                    </a:p>
                    <a:p>
                      <a:pPr marL="75565">
                        <a:lnSpc>
                          <a:spcPts val="1200"/>
                        </a:lnSpc>
                      </a:pPr>
                      <a:r>
                        <a:rPr sz="2000" spc="-5" dirty="0">
                          <a:latin typeface="Microsoft Sans Serif" panose="020B0604020202020204"/>
                          <a:cs typeface="Microsoft Sans Serif" panose="020B0604020202020204"/>
                        </a:rPr>
                        <a:t>5.1</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55"/>
                        </a:lnSpc>
                      </a:pPr>
                      <a:endParaRPr lang="en-US" sz="2000" spc="-5" dirty="0">
                        <a:latin typeface="Microsoft Sans Serif" panose="020B0604020202020204"/>
                        <a:cs typeface="Microsoft Sans Serif" panose="020B0604020202020204"/>
                      </a:endParaRPr>
                    </a:p>
                    <a:p>
                      <a:pPr algn="ctr">
                        <a:lnSpc>
                          <a:spcPts val="1055"/>
                        </a:lnSpc>
                      </a:pPr>
                      <a:r>
                        <a:rPr sz="2000" spc="-5" dirty="0">
                          <a:latin typeface="Microsoft Sans Serif" panose="020B0604020202020204"/>
                          <a:cs typeface="Microsoft Sans Serif" panose="020B0604020202020204"/>
                        </a:rPr>
                        <a:t>10%</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1755">
                        <a:lnSpc>
                          <a:spcPts val="1055"/>
                        </a:lnSpc>
                      </a:pPr>
                      <a:endParaRPr lang="en-US" sz="2000" spc="-20" dirty="0">
                        <a:latin typeface="Microsoft Sans Serif" panose="020B0604020202020204"/>
                        <a:cs typeface="Microsoft Sans Serif" panose="020B0604020202020204"/>
                      </a:endParaRPr>
                    </a:p>
                    <a:p>
                      <a:pPr marL="71755">
                        <a:lnSpc>
                          <a:spcPts val="1055"/>
                        </a:lnSpc>
                      </a:pPr>
                      <a:r>
                        <a:rPr sz="2000" spc="-20" dirty="0">
                          <a:latin typeface="Microsoft Sans Serif" panose="020B0604020202020204"/>
                          <a:cs typeface="Microsoft Sans Serif" panose="020B0604020202020204"/>
                        </a:rPr>
                        <a:t>Teacher</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912654">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CO4: </a:t>
                      </a:r>
                      <a:r>
                        <a:rPr sz="2000" spc="125"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Compon</a:t>
                      </a:r>
                      <a:r>
                        <a:rPr sz="2000" dirty="0">
                          <a:latin typeface="Microsoft Sans Serif" panose="020B0604020202020204"/>
                          <a:cs typeface="Microsoft Sans Serif" panose="020B0604020202020204"/>
                        </a:rPr>
                        <a:t>ents,</a:t>
                      </a:r>
                      <a:endParaRPr lang="en-US" sz="2000" dirty="0">
                        <a:latin typeface="Microsoft Sans Serif" panose="020B0604020202020204"/>
                        <a:cs typeface="Microsoft Sans Serif" panose="020B0604020202020204"/>
                      </a:endParaRPr>
                    </a:p>
                    <a:p>
                      <a:pPr marL="75565">
                        <a:lnSpc>
                          <a:spcPts val="1055"/>
                        </a:lnSpc>
                      </a:pPr>
                      <a:endParaRPr lang="en-US" sz="2000" spc="55" dirty="0">
                        <a:latin typeface="Microsoft Sans Serif" panose="020B0604020202020204"/>
                        <a:cs typeface="Microsoft Sans Serif" panose="020B0604020202020204"/>
                      </a:endParaRPr>
                    </a:p>
                    <a:p>
                      <a:pPr marL="75565">
                        <a:lnSpc>
                          <a:spcPts val="1055"/>
                        </a:lnSpc>
                      </a:pPr>
                      <a:r>
                        <a:rPr sz="2000" spc="55"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Plan</a:t>
                      </a:r>
                      <a:r>
                        <a:rPr sz="2000" spc="245"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and </a:t>
                      </a:r>
                      <a:r>
                        <a:rPr sz="2000" spc="-254"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Budget</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dirty="0">
                        <a:latin typeface="Microsoft Sans Serif" panose="020B0604020202020204"/>
                        <a:cs typeface="Microsoft Sans Serif" panose="020B0604020202020204"/>
                      </a:endParaRPr>
                    </a:p>
                    <a:p>
                      <a:pPr marL="75565">
                        <a:lnSpc>
                          <a:spcPts val="1055"/>
                        </a:lnSpc>
                      </a:pPr>
                      <a:r>
                        <a:rPr sz="2000" dirty="0">
                          <a:latin typeface="Microsoft Sans Serif" panose="020B0604020202020204"/>
                          <a:cs typeface="Microsoft Sans Serif" panose="020B0604020202020204"/>
                        </a:rPr>
                        <a:t>Report</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Section </a:t>
                      </a:r>
                      <a:r>
                        <a:rPr sz="2000" spc="100"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3.2-</a:t>
                      </a:r>
                      <a:endParaRPr sz="2000" dirty="0">
                        <a:latin typeface="Microsoft Sans Serif" panose="020B0604020202020204"/>
                        <a:cs typeface="Microsoft Sans Serif" panose="020B0604020202020204"/>
                      </a:endParaRPr>
                    </a:p>
                    <a:p>
                      <a:pPr marL="75565">
                        <a:lnSpc>
                          <a:spcPts val="1200"/>
                        </a:lnSpc>
                      </a:pPr>
                      <a:endParaRPr lang="en-US" sz="2000" spc="-5" dirty="0">
                        <a:latin typeface="Microsoft Sans Serif" panose="020B0604020202020204"/>
                        <a:cs typeface="Microsoft Sans Serif" panose="020B0604020202020204"/>
                      </a:endParaRPr>
                    </a:p>
                    <a:p>
                      <a:pPr marL="75565">
                        <a:lnSpc>
                          <a:spcPts val="1200"/>
                        </a:lnSpc>
                      </a:pPr>
                      <a:r>
                        <a:rPr sz="2000" spc="-5" dirty="0">
                          <a:latin typeface="Microsoft Sans Serif" panose="020B0604020202020204"/>
                          <a:cs typeface="Microsoft Sans Serif" panose="020B0604020202020204"/>
                        </a:rPr>
                        <a:t>3,</a:t>
                      </a:r>
                      <a:r>
                        <a:rPr sz="2000" spc="-30"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5.3</a:t>
                      </a:r>
                      <a:r>
                        <a:rPr lang="en-US" sz="2000" spc="-5" dirty="0">
                          <a:latin typeface="Microsoft Sans Serif" panose="020B0604020202020204"/>
                          <a:cs typeface="Microsoft Sans Serif" panose="020B0604020202020204"/>
                        </a:rPr>
                        <a:t>, 5.4</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55"/>
                        </a:lnSpc>
                      </a:pPr>
                      <a:endParaRPr lang="en-US" sz="2000" spc="-5" dirty="0">
                        <a:latin typeface="Microsoft Sans Serif" panose="020B0604020202020204"/>
                        <a:cs typeface="Microsoft Sans Serif" panose="020B0604020202020204"/>
                      </a:endParaRPr>
                    </a:p>
                    <a:p>
                      <a:pPr algn="ctr">
                        <a:lnSpc>
                          <a:spcPts val="1055"/>
                        </a:lnSpc>
                      </a:pPr>
                      <a:r>
                        <a:rPr sz="2000" spc="-5" dirty="0">
                          <a:latin typeface="Microsoft Sans Serif" panose="020B0604020202020204"/>
                          <a:cs typeface="Microsoft Sans Serif" panose="020B0604020202020204"/>
                        </a:rPr>
                        <a:t>10%</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1755">
                        <a:lnSpc>
                          <a:spcPts val="1055"/>
                        </a:lnSpc>
                      </a:pPr>
                      <a:endParaRPr lang="en-US" sz="2000" spc="-20" dirty="0">
                        <a:latin typeface="Microsoft Sans Serif" panose="020B0604020202020204"/>
                        <a:cs typeface="Microsoft Sans Serif" panose="020B0604020202020204"/>
                      </a:endParaRPr>
                    </a:p>
                    <a:p>
                      <a:pPr marL="71755">
                        <a:lnSpc>
                          <a:spcPts val="1055"/>
                        </a:lnSpc>
                      </a:pPr>
                      <a:r>
                        <a:rPr sz="2000" spc="-20" dirty="0">
                          <a:latin typeface="Microsoft Sans Serif" panose="020B0604020202020204"/>
                          <a:cs typeface="Microsoft Sans Serif" panose="020B0604020202020204"/>
                        </a:rPr>
                        <a:t>Teacher</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611758">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CO5:  </a:t>
                      </a:r>
                      <a:r>
                        <a:rPr sz="2000" spc="135"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Commu</a:t>
                      </a:r>
                      <a:r>
                        <a:rPr lang="en-US" sz="2000" spc="5" dirty="0">
                          <a:latin typeface="Microsoft Sans Serif" panose="020B0604020202020204"/>
                          <a:cs typeface="Microsoft Sans Serif" panose="020B0604020202020204"/>
                        </a:rPr>
                        <a:t>n</a:t>
                      </a:r>
                      <a:r>
                        <a:rPr sz="2000" spc="-5" dirty="0">
                          <a:latin typeface="Microsoft Sans Serif" panose="020B0604020202020204"/>
                          <a:cs typeface="Microsoft Sans Serif" panose="020B0604020202020204"/>
                        </a:rPr>
                        <a:t>ication</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Presentation</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1595">
                        <a:lnSpc>
                          <a:spcPts val="1055"/>
                        </a:lnSpc>
                      </a:pPr>
                      <a:endParaRPr lang="en-US" sz="2000" dirty="0">
                        <a:latin typeface="Microsoft Sans Serif" panose="020B0604020202020204"/>
                        <a:cs typeface="Microsoft Sans Serif" panose="020B0604020202020204"/>
                      </a:endParaRPr>
                    </a:p>
                    <a:p>
                      <a:pPr marL="61595">
                        <a:lnSpc>
                          <a:spcPts val="1055"/>
                        </a:lnSpc>
                      </a:pPr>
                      <a:r>
                        <a:rPr sz="2000" dirty="0">
                          <a:latin typeface="Microsoft Sans Serif" panose="020B0604020202020204"/>
                          <a:cs typeface="Microsoft Sans Serif" panose="020B0604020202020204"/>
                        </a:rPr>
                        <a:t>–</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55"/>
                        </a:lnSpc>
                      </a:pPr>
                      <a:endParaRPr lang="en-US" sz="2000" spc="-5" dirty="0">
                        <a:latin typeface="Microsoft Sans Serif" panose="020B0604020202020204"/>
                        <a:cs typeface="Microsoft Sans Serif" panose="020B0604020202020204"/>
                      </a:endParaRPr>
                    </a:p>
                    <a:p>
                      <a:pPr algn="ctr">
                        <a:lnSpc>
                          <a:spcPts val="1055"/>
                        </a:lnSpc>
                      </a:pPr>
                      <a:r>
                        <a:rPr sz="2000" spc="-5" dirty="0">
                          <a:latin typeface="Microsoft Sans Serif" panose="020B0604020202020204"/>
                          <a:cs typeface="Microsoft Sans Serif" panose="020B0604020202020204"/>
                        </a:rPr>
                        <a:t>30%</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1755">
                        <a:lnSpc>
                          <a:spcPts val="1055"/>
                        </a:lnSpc>
                      </a:pPr>
                      <a:endParaRPr lang="en-US" sz="2000" spc="-120" dirty="0">
                        <a:latin typeface="Microsoft Sans Serif" panose="020B0604020202020204"/>
                        <a:cs typeface="Microsoft Sans Serif" panose="020B0604020202020204"/>
                      </a:endParaRPr>
                    </a:p>
                    <a:p>
                      <a:pPr marL="71755">
                        <a:lnSpc>
                          <a:spcPts val="1055"/>
                        </a:lnSpc>
                      </a:pPr>
                      <a:r>
                        <a:rPr sz="2000" spc="-120" dirty="0">
                          <a:latin typeface="Microsoft Sans Serif" panose="020B0604020202020204"/>
                          <a:cs typeface="Microsoft Sans Serif" panose="020B0604020202020204"/>
                        </a:rPr>
                        <a:t>T</a:t>
                      </a:r>
                      <a:r>
                        <a:rPr sz="2000" dirty="0">
                          <a:latin typeface="Microsoft Sans Serif" panose="020B0604020202020204"/>
                          <a:cs typeface="Microsoft Sans Serif" panose="020B0604020202020204"/>
                        </a:rPr>
                        <a:t>eacher (15%)</a:t>
                      </a:r>
                    </a:p>
                    <a:p>
                      <a:pPr marL="75565">
                        <a:lnSpc>
                          <a:spcPts val="1200"/>
                        </a:lnSpc>
                      </a:pPr>
                      <a:endParaRPr lang="en-US" sz="2000" spc="-5" dirty="0">
                        <a:latin typeface="Microsoft Sans Serif" panose="020B0604020202020204"/>
                        <a:cs typeface="Microsoft Sans Serif" panose="020B0604020202020204"/>
                      </a:endParaRPr>
                    </a:p>
                    <a:p>
                      <a:pPr marL="75565">
                        <a:lnSpc>
                          <a:spcPts val="1200"/>
                        </a:lnSpc>
                      </a:pPr>
                      <a:r>
                        <a:rPr sz="2000" spc="-5" dirty="0">
                          <a:latin typeface="Microsoft Sans Serif" panose="020B0604020202020204"/>
                          <a:cs typeface="Microsoft Sans Serif" panose="020B0604020202020204"/>
                        </a:rPr>
                        <a:t>Mentor(15%)</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912654">
                <a:tc>
                  <a:txBody>
                    <a:bodyPr/>
                    <a:lstStyle/>
                    <a:p>
                      <a:pPr marL="75565">
                        <a:lnSpc>
                          <a:spcPts val="1055"/>
                        </a:lnSpc>
                      </a:pPr>
                      <a:endParaRPr lang="en-US" sz="2000" spc="-15" dirty="0">
                        <a:latin typeface="Microsoft Sans Serif" panose="020B0604020202020204"/>
                        <a:cs typeface="Microsoft Sans Serif" panose="020B0604020202020204"/>
                      </a:endParaRPr>
                    </a:p>
                    <a:p>
                      <a:pPr marL="75565">
                        <a:lnSpc>
                          <a:spcPts val="1055"/>
                        </a:lnSpc>
                      </a:pPr>
                      <a:r>
                        <a:rPr sz="2000" spc="-15" dirty="0">
                          <a:latin typeface="Microsoft Sans Serif" panose="020B0604020202020204"/>
                          <a:cs typeface="Microsoft Sans Serif" panose="020B0604020202020204"/>
                        </a:rPr>
                        <a:t>CO9:</a:t>
                      </a:r>
                      <a:r>
                        <a:rPr sz="2000" spc="40" dirty="0">
                          <a:latin typeface="Microsoft Sans Serif" panose="020B0604020202020204"/>
                          <a:cs typeface="Microsoft Sans Serif" panose="020B0604020202020204"/>
                        </a:rPr>
                        <a:t> </a:t>
                      </a:r>
                      <a:r>
                        <a:rPr sz="2000" spc="-30" dirty="0">
                          <a:latin typeface="Microsoft Sans Serif" panose="020B0604020202020204"/>
                          <a:cs typeface="Microsoft Sans Serif" panose="020B0604020202020204"/>
                        </a:rPr>
                        <a:t>Teamwork</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2390">
                        <a:lnSpc>
                          <a:spcPts val="1055"/>
                        </a:lnSpc>
                      </a:pPr>
                      <a:endParaRPr lang="en-US" sz="2000" spc="5" dirty="0">
                        <a:latin typeface="Microsoft Sans Serif" panose="020B0604020202020204"/>
                        <a:cs typeface="Microsoft Sans Serif" panose="020B0604020202020204"/>
                      </a:endParaRPr>
                    </a:p>
                    <a:p>
                      <a:pPr marL="72390">
                        <a:lnSpc>
                          <a:spcPts val="1055"/>
                        </a:lnSpc>
                      </a:pPr>
                      <a:r>
                        <a:rPr sz="2000" spc="5" dirty="0">
                          <a:latin typeface="Microsoft Sans Serif" panose="020B0604020202020204"/>
                          <a:cs typeface="Microsoft Sans Serif" panose="020B0604020202020204"/>
                        </a:rPr>
                        <a:t>Journal,</a:t>
                      </a:r>
                      <a:endParaRPr sz="2000" dirty="0">
                        <a:latin typeface="Microsoft Sans Serif" panose="020B0604020202020204"/>
                        <a:cs typeface="Microsoft Sans Serif" panose="020B0604020202020204"/>
                      </a:endParaRPr>
                    </a:p>
                    <a:p>
                      <a:pPr marL="75565" marR="46990" indent="-6350">
                        <a:lnSpc>
                          <a:spcPts val="1200"/>
                        </a:lnSpc>
                        <a:spcBef>
                          <a:spcPts val="35"/>
                        </a:spcBef>
                      </a:pPr>
                      <a:endParaRPr lang="en-US" sz="2000" spc="-15" dirty="0">
                        <a:latin typeface="Microsoft Sans Serif" panose="020B0604020202020204"/>
                        <a:cs typeface="Microsoft Sans Serif" panose="020B0604020202020204"/>
                      </a:endParaRPr>
                    </a:p>
                    <a:p>
                      <a:pPr marL="75565" marR="46990" indent="-6350">
                        <a:lnSpc>
                          <a:spcPts val="1200"/>
                        </a:lnSpc>
                        <a:spcBef>
                          <a:spcPts val="35"/>
                        </a:spcBef>
                      </a:pPr>
                      <a:r>
                        <a:rPr sz="2000" spc="-15" dirty="0">
                          <a:latin typeface="Microsoft Sans Serif" panose="020B0604020202020204"/>
                          <a:cs typeface="Microsoft Sans Serif" panose="020B0604020202020204"/>
                        </a:rPr>
                        <a:t>Weekly</a:t>
                      </a:r>
                      <a:r>
                        <a:rPr sz="2000" spc="-45" dirty="0">
                          <a:latin typeface="Microsoft Sans Serif" panose="020B0604020202020204"/>
                          <a:cs typeface="Microsoft Sans Serif" panose="020B0604020202020204"/>
                        </a:rPr>
                        <a:t> </a:t>
                      </a:r>
                      <a:r>
                        <a:rPr sz="2000" spc="-10" dirty="0">
                          <a:latin typeface="Microsoft Sans Serif" panose="020B0604020202020204"/>
                          <a:cs typeface="Microsoft Sans Serif" panose="020B0604020202020204"/>
                        </a:rPr>
                        <a:t>Activit</a:t>
                      </a:r>
                      <a:r>
                        <a:rPr sz="2000" spc="-5" dirty="0">
                          <a:latin typeface="Microsoft Sans Serif" panose="020B0604020202020204"/>
                          <a:cs typeface="Microsoft Sans Serif" panose="020B0604020202020204"/>
                        </a:rPr>
                        <a:t>ies</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1595">
                        <a:lnSpc>
                          <a:spcPts val="1055"/>
                        </a:lnSpc>
                      </a:pPr>
                      <a:endParaRPr lang="en-US" sz="2000" dirty="0">
                        <a:latin typeface="Microsoft Sans Serif" panose="020B0604020202020204"/>
                        <a:cs typeface="Microsoft Sans Serif" panose="020B0604020202020204"/>
                      </a:endParaRPr>
                    </a:p>
                    <a:p>
                      <a:pPr marL="61595">
                        <a:lnSpc>
                          <a:spcPts val="1055"/>
                        </a:lnSpc>
                      </a:pPr>
                      <a:r>
                        <a:rPr sz="2000" dirty="0">
                          <a:latin typeface="Microsoft Sans Serif" panose="020B0604020202020204"/>
                          <a:cs typeface="Microsoft Sans Serif" panose="020B0604020202020204"/>
                        </a:rPr>
                        <a:t>–</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55"/>
                        </a:lnSpc>
                      </a:pPr>
                      <a:endParaRPr lang="en-US" sz="2000" spc="-5" dirty="0">
                        <a:latin typeface="Microsoft Sans Serif" panose="020B0604020202020204"/>
                        <a:cs typeface="Microsoft Sans Serif" panose="020B0604020202020204"/>
                      </a:endParaRPr>
                    </a:p>
                    <a:p>
                      <a:pPr algn="ctr">
                        <a:lnSpc>
                          <a:spcPts val="1055"/>
                        </a:lnSpc>
                      </a:pPr>
                      <a:r>
                        <a:rPr sz="2000" spc="-5" dirty="0">
                          <a:latin typeface="Microsoft Sans Serif" panose="020B0604020202020204"/>
                          <a:cs typeface="Microsoft Sans Serif" panose="020B0604020202020204"/>
                        </a:rPr>
                        <a:t>10%</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1755">
                        <a:lnSpc>
                          <a:spcPts val="1055"/>
                        </a:lnSpc>
                      </a:pPr>
                      <a:endParaRPr lang="en-US" sz="2000" spc="-20" dirty="0">
                        <a:latin typeface="Microsoft Sans Serif" panose="020B0604020202020204"/>
                        <a:cs typeface="Microsoft Sans Serif" panose="020B0604020202020204"/>
                      </a:endParaRPr>
                    </a:p>
                    <a:p>
                      <a:pPr marL="71755">
                        <a:lnSpc>
                          <a:spcPts val="1055"/>
                        </a:lnSpc>
                      </a:pPr>
                      <a:r>
                        <a:rPr sz="2000" spc="-20" dirty="0">
                          <a:latin typeface="Microsoft Sans Serif" panose="020B0604020202020204"/>
                          <a:cs typeface="Microsoft Sans Serif" panose="020B0604020202020204"/>
                        </a:rPr>
                        <a:t>Teacher</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bl>
          </a:graphicData>
        </a:graphic>
      </p:graphicFrame>
      <p:sp>
        <p:nvSpPr>
          <p:cNvPr id="5" name="object 5"/>
          <p:cNvSpPr txBox="1">
            <a:spLocks noGrp="1"/>
          </p:cNvSpPr>
          <p:nvPr>
            <p:ph type="dt" sz="half" idx="6"/>
          </p:nvPr>
        </p:nvSpPr>
        <p:spPr>
          <a:xfrm>
            <a:off x="2408282" y="13082829"/>
            <a:ext cx="3893600"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Swakkhar</a:t>
            </a:r>
            <a:r>
              <a:rPr spc="-59" dirty="0">
                <a:solidFill>
                  <a:prstClr val="white"/>
                </a:solidFill>
              </a:rPr>
              <a:t> </a:t>
            </a:r>
            <a:r>
              <a:rPr spc="-10" dirty="0">
                <a:solidFill>
                  <a:prstClr val="white"/>
                </a:solidFill>
              </a:rPr>
              <a:t>Shatabda</a:t>
            </a:r>
          </a:p>
        </p:txBody>
      </p:sp>
      <p:sp>
        <p:nvSpPr>
          <p:cNvPr id="6" name="object 6"/>
          <p:cNvSpPr txBox="1"/>
          <p:nvPr/>
        </p:nvSpPr>
        <p:spPr>
          <a:xfrm>
            <a:off x="5288559" y="6601983"/>
            <a:ext cx="937470" cy="199518"/>
          </a:xfrm>
          <a:prstGeom prst="rect">
            <a:avLst/>
          </a:prstGeom>
        </p:spPr>
        <p:txBody>
          <a:bodyPr vert="horz" wrap="square" lIns="0" tIns="16359" rIns="0" bIns="0" rtlCol="0">
            <a:spAutoFit/>
          </a:bodyPr>
          <a:lstStyle/>
          <a:p>
            <a:pPr marL="25168" defTabSz="1812066">
              <a:spcBef>
                <a:spcPts val="129"/>
              </a:spcBef>
            </a:pPr>
            <a:r>
              <a:rPr sz="1189" b="1" spc="-10" dirty="0">
                <a:solidFill>
                  <a:srgbClr val="FFFFFF"/>
                </a:solidFill>
                <a:latin typeface="Arial" panose="020B0604020202020204"/>
                <a:cs typeface="Arial" panose="020B0604020202020204"/>
                <a:hlinkClick r:id="rId2" action="ppaction://hlinksldjump"/>
              </a:rPr>
              <a:t>Assessment</a:t>
            </a:r>
            <a:endParaRPr sz="1189">
              <a:solidFill>
                <a:prstClr val="black"/>
              </a:solidFill>
              <a:latin typeface="Arial" panose="020B0604020202020204"/>
              <a:cs typeface="Arial" panose="020B0604020202020204"/>
            </a:endParaRPr>
          </a:p>
        </p:txBody>
      </p:sp>
      <p:sp>
        <p:nvSpPr>
          <p:cNvPr id="7" name="object 7"/>
          <p:cNvSpPr txBox="1">
            <a:spLocks noGrp="1"/>
          </p:cNvSpPr>
          <p:nvPr>
            <p:ph type="ftr" sz="quarter" idx="5"/>
          </p:nvPr>
        </p:nvSpPr>
        <p:spPr>
          <a:xfrm>
            <a:off x="20650673" y="13082827"/>
            <a:ext cx="3773793"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7th</a:t>
            </a:r>
            <a:r>
              <a:rPr spc="-59" dirty="0">
                <a:solidFill>
                  <a:prstClr val="white"/>
                </a:solidFill>
              </a:rPr>
              <a:t> </a:t>
            </a:r>
            <a:r>
              <a:rPr spc="-10" dirty="0">
                <a:solidFill>
                  <a:prstClr val="white"/>
                </a:solidFill>
              </a:rPr>
              <a:t>November</a:t>
            </a:r>
            <a:r>
              <a:rPr spc="-50" dirty="0">
                <a:solidFill>
                  <a:prstClr val="white"/>
                </a:solidFill>
              </a:rPr>
              <a:t> </a:t>
            </a:r>
            <a:r>
              <a:rPr spc="-10" dirty="0">
                <a:solidFill>
                  <a:prstClr val="white"/>
                </a:solidFill>
              </a:rPr>
              <a:t>2021</a:t>
            </a:r>
          </a:p>
        </p:txBody>
      </p:sp>
      <p:sp>
        <p:nvSpPr>
          <p:cNvPr id="8" name="object 8"/>
          <p:cNvSpPr txBox="1">
            <a:spLocks noGrp="1"/>
          </p:cNvSpPr>
          <p:nvPr>
            <p:ph type="sldNum" sz="quarter" idx="7"/>
          </p:nvPr>
        </p:nvSpPr>
        <p:spPr>
          <a:xfrm>
            <a:off x="25063817" y="13082829"/>
            <a:ext cx="1683898" cy="199518"/>
          </a:xfrm>
          <a:prstGeom prst="rect">
            <a:avLst/>
          </a:prstGeom>
        </p:spPr>
        <p:txBody>
          <a:bodyPr vert="horz" wrap="square" lIns="0" tIns="16359" rIns="0" bIns="0" rtlCol="0">
            <a:spAutoFit/>
          </a:bodyPr>
          <a:lstStyle/>
          <a:p>
            <a:pPr marL="75503" defTabSz="1812066">
              <a:spcBef>
                <a:spcPts val="129"/>
              </a:spcBef>
            </a:pPr>
            <a:r>
              <a:rPr spc="-10" dirty="0">
                <a:solidFill>
                  <a:prstClr val="white"/>
                </a:solidFill>
              </a:rPr>
              <a:t>11</a:t>
            </a:r>
            <a:r>
              <a:rPr spc="-59" dirty="0">
                <a:solidFill>
                  <a:prstClr val="white"/>
                </a:solidFill>
              </a:rPr>
              <a:t> </a:t>
            </a:r>
            <a:r>
              <a:rPr spc="-10" dirty="0">
                <a:solidFill>
                  <a:prstClr val="white"/>
                </a:solidFill>
              </a:rPr>
              <a:t>/</a:t>
            </a:r>
            <a:r>
              <a:rPr spc="-59" dirty="0">
                <a:solidFill>
                  <a:prstClr val="white"/>
                </a:solidFill>
              </a:rPr>
              <a:t> </a:t>
            </a:r>
            <a:r>
              <a:rPr spc="-10" dirty="0">
                <a:solidFill>
                  <a:prstClr val="white"/>
                </a:solidFill>
              </a:rPr>
              <a:t>15</a:t>
            </a:r>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87045" y="424989"/>
            <a:ext cx="16546141" cy="548970"/>
          </a:xfrm>
          <a:prstGeom prst="rect">
            <a:avLst/>
          </a:prstGeom>
        </p:spPr>
        <p:txBody>
          <a:bodyPr vert="horz" wrap="square" lIns="0" tIns="30200" rIns="0" bIns="0" rtlCol="0">
            <a:spAutoFit/>
          </a:bodyPr>
          <a:lstStyle/>
          <a:p>
            <a:pPr marL="25168">
              <a:spcBef>
                <a:spcPts val="238"/>
              </a:spcBef>
            </a:pPr>
            <a:r>
              <a:rPr spc="10" dirty="0"/>
              <a:t>Course</a:t>
            </a:r>
            <a:r>
              <a:rPr dirty="0"/>
              <a:t> </a:t>
            </a:r>
            <a:r>
              <a:rPr spc="10" dirty="0"/>
              <a:t>Activities</a:t>
            </a:r>
            <a:r>
              <a:rPr dirty="0"/>
              <a:t> </a:t>
            </a:r>
            <a:r>
              <a:rPr spc="10" dirty="0"/>
              <a:t>- </a:t>
            </a:r>
            <a:r>
              <a:rPr spc="20" dirty="0"/>
              <a:t>CSE</a:t>
            </a:r>
            <a:r>
              <a:rPr dirty="0"/>
              <a:t> </a:t>
            </a:r>
            <a:r>
              <a:rPr spc="20" dirty="0"/>
              <a:t>4000B</a:t>
            </a:r>
          </a:p>
        </p:txBody>
      </p:sp>
      <p:sp>
        <p:nvSpPr>
          <p:cNvPr id="3" name="object 3"/>
          <p:cNvSpPr/>
          <p:nvPr/>
        </p:nvSpPr>
        <p:spPr>
          <a:xfrm>
            <a:off x="2398041" y="982543"/>
            <a:ext cx="144710" cy="144710"/>
          </a:xfrm>
          <a:custGeom>
            <a:avLst/>
            <a:gdLst/>
            <a:ahLst/>
            <a:cxnLst/>
            <a:rect l="l" t="t" r="r" b="b"/>
            <a:pathLst>
              <a:path w="73025" h="73025">
                <a:moveTo>
                  <a:pt x="72453" y="0"/>
                </a:moveTo>
                <a:lnTo>
                  <a:pt x="0" y="0"/>
                </a:lnTo>
                <a:lnTo>
                  <a:pt x="0" y="72453"/>
                </a:lnTo>
                <a:lnTo>
                  <a:pt x="72453" y="72453"/>
                </a:lnTo>
                <a:lnTo>
                  <a:pt x="72453"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4" name="object 4"/>
          <p:cNvSpPr/>
          <p:nvPr/>
        </p:nvSpPr>
        <p:spPr>
          <a:xfrm>
            <a:off x="2959592" y="1346030"/>
            <a:ext cx="132127" cy="132127"/>
          </a:xfrm>
          <a:custGeom>
            <a:avLst/>
            <a:gdLst/>
            <a:ahLst/>
            <a:cxnLst/>
            <a:rect l="l" t="t" r="r" b="b"/>
            <a:pathLst>
              <a:path w="66675" h="66675">
                <a:moveTo>
                  <a:pt x="66167" y="0"/>
                </a:moveTo>
                <a:lnTo>
                  <a:pt x="0" y="0"/>
                </a:lnTo>
                <a:lnTo>
                  <a:pt x="0" y="66167"/>
                </a:lnTo>
                <a:lnTo>
                  <a:pt x="66167" y="66167"/>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5" name="object 5"/>
          <p:cNvSpPr/>
          <p:nvPr/>
        </p:nvSpPr>
        <p:spPr>
          <a:xfrm>
            <a:off x="2959592" y="1646902"/>
            <a:ext cx="132127" cy="132127"/>
          </a:xfrm>
          <a:custGeom>
            <a:avLst/>
            <a:gdLst/>
            <a:ahLst/>
            <a:cxnLst/>
            <a:rect l="l" t="t" r="r" b="b"/>
            <a:pathLst>
              <a:path w="66675" h="66675">
                <a:moveTo>
                  <a:pt x="66167" y="0"/>
                </a:moveTo>
                <a:lnTo>
                  <a:pt x="0" y="0"/>
                </a:lnTo>
                <a:lnTo>
                  <a:pt x="0" y="66167"/>
                </a:lnTo>
                <a:lnTo>
                  <a:pt x="66167" y="66167"/>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6" name="object 6"/>
          <p:cNvSpPr/>
          <p:nvPr/>
        </p:nvSpPr>
        <p:spPr>
          <a:xfrm>
            <a:off x="2398041" y="2050655"/>
            <a:ext cx="144710" cy="144710"/>
          </a:xfrm>
          <a:custGeom>
            <a:avLst/>
            <a:gdLst/>
            <a:ahLst/>
            <a:cxnLst/>
            <a:rect l="l" t="t" r="r" b="b"/>
            <a:pathLst>
              <a:path w="73025" h="73025">
                <a:moveTo>
                  <a:pt x="72453" y="0"/>
                </a:moveTo>
                <a:lnTo>
                  <a:pt x="0" y="0"/>
                </a:lnTo>
                <a:lnTo>
                  <a:pt x="0" y="72453"/>
                </a:lnTo>
                <a:lnTo>
                  <a:pt x="72453" y="72453"/>
                </a:lnTo>
                <a:lnTo>
                  <a:pt x="72453"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7" name="object 7"/>
          <p:cNvSpPr/>
          <p:nvPr/>
        </p:nvSpPr>
        <p:spPr>
          <a:xfrm>
            <a:off x="2398041" y="2426751"/>
            <a:ext cx="144710" cy="144710"/>
          </a:xfrm>
          <a:custGeom>
            <a:avLst/>
            <a:gdLst/>
            <a:ahLst/>
            <a:cxnLst/>
            <a:rect l="l" t="t" r="r" b="b"/>
            <a:pathLst>
              <a:path w="73025" h="73025">
                <a:moveTo>
                  <a:pt x="72453" y="0"/>
                </a:moveTo>
                <a:lnTo>
                  <a:pt x="0" y="0"/>
                </a:lnTo>
                <a:lnTo>
                  <a:pt x="0" y="72453"/>
                </a:lnTo>
                <a:lnTo>
                  <a:pt x="72453" y="72453"/>
                </a:lnTo>
                <a:lnTo>
                  <a:pt x="72453"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8" name="object 8"/>
          <p:cNvSpPr/>
          <p:nvPr/>
        </p:nvSpPr>
        <p:spPr>
          <a:xfrm>
            <a:off x="2959592" y="2790237"/>
            <a:ext cx="132127" cy="132127"/>
          </a:xfrm>
          <a:custGeom>
            <a:avLst/>
            <a:gdLst/>
            <a:ahLst/>
            <a:cxnLst/>
            <a:rect l="l" t="t" r="r" b="b"/>
            <a:pathLst>
              <a:path w="66675" h="66675">
                <a:moveTo>
                  <a:pt x="66167" y="0"/>
                </a:moveTo>
                <a:lnTo>
                  <a:pt x="0" y="0"/>
                </a:lnTo>
                <a:lnTo>
                  <a:pt x="0" y="66167"/>
                </a:lnTo>
                <a:lnTo>
                  <a:pt x="66167" y="66167"/>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9" name="object 9"/>
          <p:cNvSpPr/>
          <p:nvPr/>
        </p:nvSpPr>
        <p:spPr>
          <a:xfrm>
            <a:off x="2959592" y="3091107"/>
            <a:ext cx="132127" cy="132127"/>
          </a:xfrm>
          <a:custGeom>
            <a:avLst/>
            <a:gdLst/>
            <a:ahLst/>
            <a:cxnLst/>
            <a:rect l="l" t="t" r="r" b="b"/>
            <a:pathLst>
              <a:path w="66675" h="66675">
                <a:moveTo>
                  <a:pt x="66167" y="0"/>
                </a:moveTo>
                <a:lnTo>
                  <a:pt x="0" y="0"/>
                </a:lnTo>
                <a:lnTo>
                  <a:pt x="0" y="66167"/>
                </a:lnTo>
                <a:lnTo>
                  <a:pt x="66167" y="66167"/>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10" name="object 10"/>
          <p:cNvSpPr/>
          <p:nvPr/>
        </p:nvSpPr>
        <p:spPr>
          <a:xfrm>
            <a:off x="2398041" y="3454747"/>
            <a:ext cx="144710" cy="144710"/>
          </a:xfrm>
          <a:custGeom>
            <a:avLst/>
            <a:gdLst/>
            <a:ahLst/>
            <a:cxnLst/>
            <a:rect l="l" t="t" r="r" b="b"/>
            <a:pathLst>
              <a:path w="73025" h="73025">
                <a:moveTo>
                  <a:pt x="72453" y="0"/>
                </a:moveTo>
                <a:lnTo>
                  <a:pt x="0" y="0"/>
                </a:lnTo>
                <a:lnTo>
                  <a:pt x="0" y="72453"/>
                </a:lnTo>
                <a:lnTo>
                  <a:pt x="72453" y="72453"/>
                </a:lnTo>
                <a:lnTo>
                  <a:pt x="72453"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11" name="object 11"/>
          <p:cNvSpPr/>
          <p:nvPr/>
        </p:nvSpPr>
        <p:spPr>
          <a:xfrm>
            <a:off x="2959592" y="3818233"/>
            <a:ext cx="132127" cy="132127"/>
          </a:xfrm>
          <a:custGeom>
            <a:avLst/>
            <a:gdLst/>
            <a:ahLst/>
            <a:cxnLst/>
            <a:rect l="l" t="t" r="r" b="b"/>
            <a:pathLst>
              <a:path w="66675" h="66675">
                <a:moveTo>
                  <a:pt x="66167" y="0"/>
                </a:moveTo>
                <a:lnTo>
                  <a:pt x="0" y="0"/>
                </a:lnTo>
                <a:lnTo>
                  <a:pt x="0" y="66166"/>
                </a:lnTo>
                <a:lnTo>
                  <a:pt x="66167" y="66166"/>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12" name="object 12"/>
          <p:cNvSpPr/>
          <p:nvPr/>
        </p:nvSpPr>
        <p:spPr>
          <a:xfrm>
            <a:off x="2959592" y="4119103"/>
            <a:ext cx="132127" cy="132127"/>
          </a:xfrm>
          <a:custGeom>
            <a:avLst/>
            <a:gdLst/>
            <a:ahLst/>
            <a:cxnLst/>
            <a:rect l="l" t="t" r="r" b="b"/>
            <a:pathLst>
              <a:path w="66675" h="66675">
                <a:moveTo>
                  <a:pt x="66167" y="0"/>
                </a:moveTo>
                <a:lnTo>
                  <a:pt x="0" y="0"/>
                </a:lnTo>
                <a:lnTo>
                  <a:pt x="0" y="66166"/>
                </a:lnTo>
                <a:lnTo>
                  <a:pt x="66167" y="66166"/>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13" name="object 13"/>
          <p:cNvSpPr/>
          <p:nvPr/>
        </p:nvSpPr>
        <p:spPr>
          <a:xfrm>
            <a:off x="2959592" y="4419975"/>
            <a:ext cx="132127" cy="132127"/>
          </a:xfrm>
          <a:custGeom>
            <a:avLst/>
            <a:gdLst/>
            <a:ahLst/>
            <a:cxnLst/>
            <a:rect l="l" t="t" r="r" b="b"/>
            <a:pathLst>
              <a:path w="66675" h="66675">
                <a:moveTo>
                  <a:pt x="66167" y="0"/>
                </a:moveTo>
                <a:lnTo>
                  <a:pt x="0" y="0"/>
                </a:lnTo>
                <a:lnTo>
                  <a:pt x="0" y="66166"/>
                </a:lnTo>
                <a:lnTo>
                  <a:pt x="66167" y="66166"/>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14" name="object 14"/>
          <p:cNvSpPr txBox="1"/>
          <p:nvPr/>
        </p:nvSpPr>
        <p:spPr>
          <a:xfrm>
            <a:off x="2653737" y="776704"/>
            <a:ext cx="7185171" cy="4280886"/>
          </a:xfrm>
          <a:prstGeom prst="rect">
            <a:avLst/>
          </a:prstGeom>
        </p:spPr>
        <p:txBody>
          <a:bodyPr vert="horz" wrap="square" lIns="0" tIns="71726" rIns="0" bIns="0" rtlCol="0">
            <a:spAutoFit/>
          </a:bodyPr>
          <a:lstStyle/>
          <a:p>
            <a:pPr marL="25168" defTabSz="1812066">
              <a:spcBef>
                <a:spcPts val="565"/>
              </a:spcBef>
            </a:pPr>
            <a:r>
              <a:rPr sz="2180" spc="-20" dirty="0">
                <a:solidFill>
                  <a:prstClr val="black"/>
                </a:solidFill>
                <a:latin typeface="Microsoft Sans Serif" panose="020B0604020202020204"/>
                <a:cs typeface="Microsoft Sans Serif" panose="020B0604020202020204"/>
              </a:rPr>
              <a:t>Continuous</a:t>
            </a:r>
            <a:r>
              <a:rPr sz="2180" spc="-10" dirty="0">
                <a:solidFill>
                  <a:prstClr val="black"/>
                </a:solidFill>
                <a:latin typeface="Microsoft Sans Serif" panose="020B0604020202020204"/>
                <a:cs typeface="Microsoft Sans Serif" panose="020B0604020202020204"/>
              </a:rPr>
              <a:t> Assessment</a:t>
            </a:r>
            <a:r>
              <a:rPr sz="218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20%</a:t>
            </a:r>
            <a:r>
              <a:rPr sz="2180" spc="-10" dirty="0">
                <a:solidFill>
                  <a:prstClr val="black"/>
                </a:solidFill>
                <a:latin typeface="Microsoft Sans Serif" panose="020B0604020202020204"/>
                <a:cs typeface="Microsoft Sans Serif" panose="020B0604020202020204"/>
              </a:rPr>
              <a:t> (Mentor)</a:t>
            </a:r>
            <a:endParaRPr sz="2180" dirty="0">
              <a:solidFill>
                <a:prstClr val="black"/>
              </a:solidFill>
              <a:latin typeface="Microsoft Sans Serif" panose="020B0604020202020204"/>
              <a:cs typeface="Microsoft Sans Serif" panose="020B0604020202020204"/>
            </a:endParaRPr>
          </a:p>
          <a:p>
            <a:pPr marL="573821" marR="5071269" defTabSz="1812066">
              <a:spcBef>
                <a:spcPts val="347"/>
              </a:spcBef>
            </a:pPr>
            <a:r>
              <a:rPr sz="1982" spc="-20" dirty="0">
                <a:solidFill>
                  <a:prstClr val="black"/>
                </a:solidFill>
                <a:latin typeface="Microsoft Sans Serif" panose="020B0604020202020204"/>
                <a:cs typeface="Microsoft Sans Serif" panose="020B0604020202020204"/>
              </a:rPr>
              <a:t>Weekly</a:t>
            </a:r>
            <a:r>
              <a:rPr sz="1982" spc="-109" dirty="0">
                <a:solidFill>
                  <a:prstClr val="black"/>
                </a:solidFill>
                <a:latin typeface="Microsoft Sans Serif" panose="020B0604020202020204"/>
                <a:cs typeface="Microsoft Sans Serif" panose="020B0604020202020204"/>
              </a:rPr>
              <a:t> </a:t>
            </a:r>
            <a:r>
              <a:rPr sz="1982" spc="-59" dirty="0">
                <a:solidFill>
                  <a:prstClr val="black"/>
                </a:solidFill>
                <a:latin typeface="Microsoft Sans Serif" panose="020B0604020202020204"/>
                <a:cs typeface="Microsoft Sans Serif" panose="020B0604020202020204"/>
              </a:rPr>
              <a:t>Tasks </a:t>
            </a:r>
            <a:r>
              <a:rPr sz="1982" spc="-495"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Journals</a:t>
            </a:r>
            <a:endParaRPr sz="1982" dirty="0">
              <a:solidFill>
                <a:prstClr val="black"/>
              </a:solidFill>
              <a:latin typeface="Microsoft Sans Serif" panose="020B0604020202020204"/>
              <a:cs typeface="Microsoft Sans Serif" panose="020B0604020202020204"/>
            </a:endParaRPr>
          </a:p>
          <a:p>
            <a:pPr marL="25168" marR="4153911" defTabSz="1812066">
              <a:lnSpc>
                <a:spcPct val="113000"/>
              </a:lnSpc>
              <a:spcBef>
                <a:spcPts val="347"/>
              </a:spcBef>
            </a:pPr>
            <a:r>
              <a:rPr sz="2180" spc="-50" dirty="0">
                <a:solidFill>
                  <a:prstClr val="black"/>
                </a:solidFill>
                <a:latin typeface="Microsoft Sans Serif" panose="020B0604020202020204"/>
                <a:cs typeface="Microsoft Sans Serif" panose="020B0604020202020204"/>
              </a:rPr>
              <a:t>Teamwork </a:t>
            </a:r>
            <a:r>
              <a:rPr sz="2180" spc="-20" dirty="0">
                <a:solidFill>
                  <a:prstClr val="black"/>
                </a:solidFill>
                <a:latin typeface="Microsoft Sans Serif" panose="020B0604020202020204"/>
                <a:cs typeface="Microsoft Sans Serif" panose="020B0604020202020204"/>
              </a:rPr>
              <a:t>10% </a:t>
            </a:r>
            <a:r>
              <a:rPr sz="2180" spc="-10" dirty="0">
                <a:solidFill>
                  <a:prstClr val="black"/>
                </a:solidFill>
                <a:latin typeface="Microsoft Sans Serif" panose="020B0604020202020204"/>
                <a:cs typeface="Microsoft Sans Serif" panose="020B0604020202020204"/>
              </a:rPr>
              <a:t>(Mentor) </a:t>
            </a:r>
            <a:r>
              <a:rPr sz="2180" spc="-555"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Final</a:t>
            </a:r>
            <a:r>
              <a:rPr sz="2180" spc="10" dirty="0">
                <a:solidFill>
                  <a:prstClr val="black"/>
                </a:solidFill>
                <a:latin typeface="Microsoft Sans Serif" panose="020B0604020202020204"/>
                <a:cs typeface="Microsoft Sans Serif" panose="020B0604020202020204"/>
              </a:rPr>
              <a:t> </a:t>
            </a:r>
            <a:r>
              <a:rPr sz="2180" dirty="0">
                <a:solidFill>
                  <a:prstClr val="black"/>
                </a:solidFill>
                <a:latin typeface="Microsoft Sans Serif" panose="020B0604020202020204"/>
                <a:cs typeface="Microsoft Sans Serif" panose="020B0604020202020204"/>
              </a:rPr>
              <a:t>Report</a:t>
            </a:r>
          </a:p>
          <a:p>
            <a:pPr marL="573821" defTabSz="1812066">
              <a:lnSpc>
                <a:spcPts val="2378"/>
              </a:lnSpc>
              <a:spcBef>
                <a:spcPts val="347"/>
              </a:spcBef>
            </a:pPr>
            <a:r>
              <a:rPr sz="1982" spc="-10" dirty="0">
                <a:solidFill>
                  <a:prstClr val="black"/>
                </a:solidFill>
                <a:latin typeface="Microsoft Sans Serif" panose="020B0604020202020204"/>
                <a:cs typeface="Microsoft Sans Serif" panose="020B0604020202020204"/>
              </a:rPr>
              <a:t>Mentor</a:t>
            </a:r>
            <a:r>
              <a:rPr sz="1982" spc="-5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20%</a:t>
            </a:r>
            <a:endParaRPr sz="1982" dirty="0">
              <a:solidFill>
                <a:prstClr val="black"/>
              </a:solidFill>
              <a:latin typeface="Microsoft Sans Serif" panose="020B0604020202020204"/>
              <a:cs typeface="Microsoft Sans Serif" panose="020B0604020202020204"/>
            </a:endParaRPr>
          </a:p>
          <a:p>
            <a:pPr marL="573821" defTabSz="1812066">
              <a:lnSpc>
                <a:spcPts val="2378"/>
              </a:lnSpc>
            </a:pPr>
            <a:r>
              <a:rPr sz="1982" spc="-40" dirty="0">
                <a:solidFill>
                  <a:prstClr val="black"/>
                </a:solidFill>
                <a:latin typeface="Microsoft Sans Serif" panose="020B0604020202020204"/>
                <a:cs typeface="Microsoft Sans Serif" panose="020B0604020202020204"/>
              </a:rPr>
              <a:t>Teacher</a:t>
            </a:r>
            <a:r>
              <a:rPr lang="en-US" sz="1982" spc="-40" dirty="0">
                <a:solidFill>
                  <a:prstClr val="black"/>
                </a:solidFill>
                <a:latin typeface="Microsoft Sans Serif" panose="020B0604020202020204"/>
                <a:cs typeface="Microsoft Sans Serif" panose="020B0604020202020204"/>
              </a:rPr>
              <a:t>/External</a:t>
            </a:r>
            <a:r>
              <a:rPr sz="1982" spc="-59"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20%</a:t>
            </a:r>
            <a:endParaRPr sz="1982" dirty="0">
              <a:solidFill>
                <a:prstClr val="black"/>
              </a:solidFill>
              <a:latin typeface="Microsoft Sans Serif" panose="020B0604020202020204"/>
              <a:cs typeface="Microsoft Sans Serif" panose="020B0604020202020204"/>
            </a:endParaRPr>
          </a:p>
          <a:p>
            <a:pPr marL="25168" defTabSz="1812066">
              <a:spcBef>
                <a:spcPts val="386"/>
              </a:spcBef>
            </a:pPr>
            <a:r>
              <a:rPr sz="2180" spc="-20" dirty="0">
                <a:solidFill>
                  <a:prstClr val="black"/>
                </a:solidFill>
                <a:latin typeface="Microsoft Sans Serif" panose="020B0604020202020204"/>
                <a:cs typeface="Microsoft Sans Serif" panose="020B0604020202020204"/>
              </a:rPr>
              <a:t>Final</a:t>
            </a:r>
            <a:r>
              <a:rPr sz="2180" spc="-10" dirty="0">
                <a:solidFill>
                  <a:prstClr val="black"/>
                </a:solidFill>
                <a:latin typeface="Microsoft Sans Serif" panose="020B0604020202020204"/>
                <a:cs typeface="Microsoft Sans Serif" panose="020B0604020202020204"/>
              </a:rPr>
              <a:t> Presentation </a:t>
            </a:r>
            <a:r>
              <a:rPr sz="2180" spc="-20" dirty="0">
                <a:solidFill>
                  <a:prstClr val="black"/>
                </a:solidFill>
                <a:latin typeface="Microsoft Sans Serif" panose="020B0604020202020204"/>
                <a:cs typeface="Microsoft Sans Serif" panose="020B0604020202020204"/>
              </a:rPr>
              <a:t>&amp;</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Demo</a:t>
            </a:r>
            <a:endParaRPr sz="2180" dirty="0">
              <a:solidFill>
                <a:prstClr val="black"/>
              </a:solidFill>
              <a:latin typeface="Microsoft Sans Serif" panose="020B0604020202020204"/>
              <a:cs typeface="Microsoft Sans Serif" panose="020B0604020202020204"/>
            </a:endParaRPr>
          </a:p>
          <a:p>
            <a:pPr marL="573821" defTabSz="1812066">
              <a:lnSpc>
                <a:spcPts val="2378"/>
              </a:lnSpc>
              <a:spcBef>
                <a:spcPts val="347"/>
              </a:spcBef>
            </a:pPr>
            <a:r>
              <a:rPr sz="1982" spc="-10" dirty="0">
                <a:solidFill>
                  <a:prstClr val="black"/>
                </a:solidFill>
                <a:latin typeface="Microsoft Sans Serif" panose="020B0604020202020204"/>
                <a:cs typeface="Microsoft Sans Serif" panose="020B0604020202020204"/>
              </a:rPr>
              <a:t>Mentor</a:t>
            </a:r>
            <a:r>
              <a:rPr sz="1982" spc="-5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10%</a:t>
            </a:r>
            <a:endParaRPr sz="1982" dirty="0">
              <a:solidFill>
                <a:prstClr val="black"/>
              </a:solidFill>
              <a:latin typeface="Microsoft Sans Serif" panose="020B0604020202020204"/>
              <a:cs typeface="Microsoft Sans Serif" panose="020B0604020202020204"/>
            </a:endParaRPr>
          </a:p>
          <a:p>
            <a:pPr marL="573821" defTabSz="1812066">
              <a:lnSpc>
                <a:spcPts val="2368"/>
              </a:lnSpc>
            </a:pPr>
            <a:r>
              <a:rPr sz="1982" spc="-40" dirty="0">
                <a:solidFill>
                  <a:prstClr val="black"/>
                </a:solidFill>
                <a:latin typeface="Microsoft Sans Serif" panose="020B0604020202020204"/>
                <a:cs typeface="Microsoft Sans Serif" panose="020B0604020202020204"/>
              </a:rPr>
              <a:t>Teacher</a:t>
            </a:r>
            <a:r>
              <a:rPr lang="en-US" sz="1982" spc="-40" dirty="0">
                <a:solidFill>
                  <a:prstClr val="black"/>
                </a:solidFill>
                <a:latin typeface="Microsoft Sans Serif" panose="020B0604020202020204"/>
                <a:cs typeface="Microsoft Sans Serif" panose="020B0604020202020204"/>
              </a:rPr>
              <a:t> /External</a:t>
            </a:r>
            <a:r>
              <a:rPr sz="1982" spc="-59"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10%</a:t>
            </a:r>
            <a:endParaRPr sz="1982" dirty="0">
              <a:solidFill>
                <a:prstClr val="black"/>
              </a:solidFill>
              <a:latin typeface="Microsoft Sans Serif" panose="020B0604020202020204"/>
              <a:cs typeface="Microsoft Sans Serif" panose="020B0604020202020204"/>
            </a:endParaRPr>
          </a:p>
          <a:p>
            <a:pPr marL="573821" defTabSz="1812066">
              <a:lnSpc>
                <a:spcPts val="2378"/>
              </a:lnSpc>
            </a:pPr>
            <a:r>
              <a:rPr sz="1982" spc="-10" dirty="0">
                <a:solidFill>
                  <a:prstClr val="black"/>
                </a:solidFill>
                <a:latin typeface="Microsoft Sans Serif" panose="020B0604020202020204"/>
                <a:cs typeface="Microsoft Sans Serif" panose="020B0604020202020204"/>
              </a:rPr>
              <a:t>Q&amp;A</a:t>
            </a:r>
            <a:r>
              <a:rPr sz="1982" spc="-59"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10%</a:t>
            </a:r>
            <a:endParaRPr sz="1982" dirty="0">
              <a:solidFill>
                <a:prstClr val="black"/>
              </a:solidFill>
              <a:latin typeface="Microsoft Sans Serif" panose="020B0604020202020204"/>
              <a:cs typeface="Microsoft Sans Serif" panose="020B0604020202020204"/>
            </a:endParaRPr>
          </a:p>
          <a:p>
            <a:pPr marL="25168" defTabSz="1812066">
              <a:spcBef>
                <a:spcPts val="704"/>
              </a:spcBef>
            </a:pPr>
            <a:r>
              <a:rPr sz="2180" spc="-20" dirty="0">
                <a:solidFill>
                  <a:prstClr val="black"/>
                </a:solidFill>
                <a:latin typeface="Microsoft Sans Serif" panose="020B0604020202020204"/>
                <a:cs typeface="Microsoft Sans Serif" panose="020B0604020202020204"/>
              </a:rPr>
              <a:t>All</a:t>
            </a:r>
            <a:r>
              <a:rPr sz="2180" spc="4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activities</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will</a:t>
            </a:r>
            <a:r>
              <a:rPr sz="2180" spc="4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be</a:t>
            </a:r>
            <a:r>
              <a:rPr sz="2180" spc="4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measured</a:t>
            </a:r>
            <a:r>
              <a:rPr sz="2180" spc="40" dirty="0">
                <a:solidFill>
                  <a:prstClr val="black"/>
                </a:solidFill>
                <a:latin typeface="Microsoft Sans Serif" panose="020B0604020202020204"/>
                <a:cs typeface="Microsoft Sans Serif" panose="020B0604020202020204"/>
              </a:rPr>
              <a:t> </a:t>
            </a:r>
            <a:r>
              <a:rPr sz="2180" spc="-40" dirty="0">
                <a:solidFill>
                  <a:prstClr val="black"/>
                </a:solidFill>
                <a:latin typeface="Microsoft Sans Serif" panose="020B0604020202020204"/>
                <a:cs typeface="Microsoft Sans Serif" panose="020B0604020202020204"/>
              </a:rPr>
              <a:t>for</a:t>
            </a:r>
            <a:r>
              <a:rPr sz="2180" spc="4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individual</a:t>
            </a:r>
            <a:r>
              <a:rPr sz="2180" spc="4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a:t>
            </a:r>
            <a:r>
              <a:rPr sz="2180" spc="4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team</a:t>
            </a:r>
            <a:r>
              <a:rPr sz="2180" spc="4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work.</a:t>
            </a:r>
            <a:endParaRPr sz="2180" dirty="0">
              <a:solidFill>
                <a:prstClr val="black"/>
              </a:solidFill>
              <a:latin typeface="Microsoft Sans Serif" panose="020B0604020202020204"/>
              <a:cs typeface="Microsoft Sans Serif" panose="020B0604020202020204"/>
            </a:endParaRPr>
          </a:p>
        </p:txBody>
      </p:sp>
      <p:sp>
        <p:nvSpPr>
          <p:cNvPr id="15" name="object 15"/>
          <p:cNvSpPr/>
          <p:nvPr/>
        </p:nvSpPr>
        <p:spPr>
          <a:xfrm>
            <a:off x="2398041" y="4823729"/>
            <a:ext cx="144710" cy="144710"/>
          </a:xfrm>
          <a:custGeom>
            <a:avLst/>
            <a:gdLst/>
            <a:ahLst/>
            <a:cxnLst/>
            <a:rect l="l" t="t" r="r" b="b"/>
            <a:pathLst>
              <a:path w="73025" h="73025">
                <a:moveTo>
                  <a:pt x="72453" y="0"/>
                </a:moveTo>
                <a:lnTo>
                  <a:pt x="0" y="0"/>
                </a:lnTo>
                <a:lnTo>
                  <a:pt x="0" y="72453"/>
                </a:lnTo>
                <a:lnTo>
                  <a:pt x="72453" y="72453"/>
                </a:lnTo>
                <a:lnTo>
                  <a:pt x="72453"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17" name="object 17"/>
          <p:cNvSpPr txBox="1">
            <a:spLocks noGrp="1"/>
          </p:cNvSpPr>
          <p:nvPr>
            <p:ph type="dt" sz="half" idx="6"/>
          </p:nvPr>
        </p:nvSpPr>
        <p:spPr>
          <a:xfrm>
            <a:off x="2408282" y="13082829"/>
            <a:ext cx="3893600"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Swakkhar</a:t>
            </a:r>
            <a:r>
              <a:rPr spc="-59" dirty="0">
                <a:solidFill>
                  <a:prstClr val="white"/>
                </a:solidFill>
              </a:rPr>
              <a:t> </a:t>
            </a:r>
            <a:r>
              <a:rPr spc="-10" dirty="0">
                <a:solidFill>
                  <a:prstClr val="white"/>
                </a:solidFill>
              </a:rPr>
              <a:t>Shatabda</a:t>
            </a:r>
          </a:p>
        </p:txBody>
      </p:sp>
      <p:sp>
        <p:nvSpPr>
          <p:cNvPr id="18" name="object 18"/>
          <p:cNvSpPr txBox="1"/>
          <p:nvPr/>
        </p:nvSpPr>
        <p:spPr>
          <a:xfrm>
            <a:off x="5288559" y="6601983"/>
            <a:ext cx="937470" cy="199518"/>
          </a:xfrm>
          <a:prstGeom prst="rect">
            <a:avLst/>
          </a:prstGeom>
        </p:spPr>
        <p:txBody>
          <a:bodyPr vert="horz" wrap="square" lIns="0" tIns="16359" rIns="0" bIns="0" rtlCol="0">
            <a:spAutoFit/>
          </a:bodyPr>
          <a:lstStyle/>
          <a:p>
            <a:pPr marL="25168" defTabSz="1812066">
              <a:spcBef>
                <a:spcPts val="129"/>
              </a:spcBef>
            </a:pPr>
            <a:r>
              <a:rPr sz="1189" b="1" spc="-10" dirty="0">
                <a:solidFill>
                  <a:srgbClr val="FFFFFF"/>
                </a:solidFill>
                <a:latin typeface="Arial" panose="020B0604020202020204"/>
                <a:cs typeface="Arial" panose="020B0604020202020204"/>
                <a:hlinkClick r:id="rId2" action="ppaction://hlinksldjump"/>
              </a:rPr>
              <a:t>Assessment</a:t>
            </a:r>
            <a:endParaRPr sz="1189">
              <a:solidFill>
                <a:prstClr val="black"/>
              </a:solidFill>
              <a:latin typeface="Arial" panose="020B0604020202020204"/>
              <a:cs typeface="Arial" panose="020B0604020202020204"/>
            </a:endParaRPr>
          </a:p>
        </p:txBody>
      </p:sp>
      <p:sp>
        <p:nvSpPr>
          <p:cNvPr id="19" name="object 19"/>
          <p:cNvSpPr txBox="1">
            <a:spLocks noGrp="1"/>
          </p:cNvSpPr>
          <p:nvPr>
            <p:ph type="ftr" sz="quarter" idx="5"/>
          </p:nvPr>
        </p:nvSpPr>
        <p:spPr>
          <a:xfrm>
            <a:off x="20650673" y="13082827"/>
            <a:ext cx="3773793"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7th</a:t>
            </a:r>
            <a:r>
              <a:rPr spc="-59" dirty="0">
                <a:solidFill>
                  <a:prstClr val="white"/>
                </a:solidFill>
              </a:rPr>
              <a:t> </a:t>
            </a:r>
            <a:r>
              <a:rPr spc="-10" dirty="0">
                <a:solidFill>
                  <a:prstClr val="white"/>
                </a:solidFill>
              </a:rPr>
              <a:t>November</a:t>
            </a:r>
            <a:r>
              <a:rPr spc="-50" dirty="0">
                <a:solidFill>
                  <a:prstClr val="white"/>
                </a:solidFill>
              </a:rPr>
              <a:t> </a:t>
            </a:r>
            <a:r>
              <a:rPr spc="-10" dirty="0">
                <a:solidFill>
                  <a:prstClr val="white"/>
                </a:solidFill>
              </a:rPr>
              <a:t>2021</a:t>
            </a:r>
          </a:p>
        </p:txBody>
      </p:sp>
      <p:sp>
        <p:nvSpPr>
          <p:cNvPr id="20" name="object 20"/>
          <p:cNvSpPr txBox="1">
            <a:spLocks noGrp="1"/>
          </p:cNvSpPr>
          <p:nvPr>
            <p:ph type="sldNum" sz="quarter" idx="7"/>
          </p:nvPr>
        </p:nvSpPr>
        <p:spPr>
          <a:xfrm>
            <a:off x="25063817" y="13082829"/>
            <a:ext cx="1683898" cy="199518"/>
          </a:xfrm>
          <a:prstGeom prst="rect">
            <a:avLst/>
          </a:prstGeom>
        </p:spPr>
        <p:txBody>
          <a:bodyPr vert="horz" wrap="square" lIns="0" tIns="16359" rIns="0" bIns="0" rtlCol="0">
            <a:spAutoFit/>
          </a:bodyPr>
          <a:lstStyle/>
          <a:p>
            <a:pPr marL="75503" defTabSz="1812066">
              <a:spcBef>
                <a:spcPts val="129"/>
              </a:spcBef>
            </a:pPr>
            <a:r>
              <a:rPr spc="-10" dirty="0">
                <a:solidFill>
                  <a:prstClr val="white"/>
                </a:solidFill>
              </a:rPr>
              <a:t>12</a:t>
            </a:r>
            <a:r>
              <a:rPr spc="-59" dirty="0">
                <a:solidFill>
                  <a:prstClr val="white"/>
                </a:solidFill>
              </a:rPr>
              <a:t> </a:t>
            </a:r>
            <a:r>
              <a:rPr spc="-10" dirty="0">
                <a:solidFill>
                  <a:prstClr val="white"/>
                </a:solidFill>
              </a:rPr>
              <a:t>/</a:t>
            </a:r>
            <a:r>
              <a:rPr spc="-59" dirty="0">
                <a:solidFill>
                  <a:prstClr val="white"/>
                </a:solidFill>
              </a:rPr>
              <a:t> </a:t>
            </a:r>
            <a:r>
              <a:rPr spc="-10" dirty="0">
                <a:solidFill>
                  <a:prstClr val="white"/>
                </a:solidFill>
              </a:rPr>
              <a:t>15</a:t>
            </a: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777323" y="214463"/>
            <a:ext cx="6046365" cy="548970"/>
          </a:xfrm>
          <a:prstGeom prst="rect">
            <a:avLst/>
          </a:prstGeom>
        </p:spPr>
        <p:txBody>
          <a:bodyPr vert="horz" wrap="square" lIns="0" tIns="30200" rIns="0" bIns="0" rtlCol="0">
            <a:spAutoFit/>
          </a:bodyPr>
          <a:lstStyle/>
          <a:p>
            <a:pPr marL="25168" defTabSz="1812066">
              <a:spcBef>
                <a:spcPts val="238"/>
              </a:spcBef>
            </a:pPr>
            <a:r>
              <a:rPr sz="3369" b="1" spc="30" dirty="0">
                <a:solidFill>
                  <a:srgbClr val="6D6E71"/>
                </a:solidFill>
                <a:latin typeface="Arial" panose="020B0604020202020204"/>
                <a:cs typeface="Arial" panose="020B0604020202020204"/>
              </a:rPr>
              <a:t>CO</a:t>
            </a:r>
            <a:r>
              <a:rPr sz="3369" b="1" spc="-20" dirty="0">
                <a:solidFill>
                  <a:srgbClr val="6D6E71"/>
                </a:solidFill>
                <a:latin typeface="Arial" panose="020B0604020202020204"/>
                <a:cs typeface="Arial" panose="020B0604020202020204"/>
              </a:rPr>
              <a:t> </a:t>
            </a:r>
            <a:r>
              <a:rPr sz="3369" b="1" spc="20" dirty="0">
                <a:solidFill>
                  <a:srgbClr val="6D6E71"/>
                </a:solidFill>
                <a:latin typeface="Arial" panose="020B0604020202020204"/>
                <a:cs typeface="Arial" panose="020B0604020202020204"/>
              </a:rPr>
              <a:t>Assessment</a:t>
            </a:r>
            <a:r>
              <a:rPr sz="3369" b="1" spc="-10" dirty="0">
                <a:solidFill>
                  <a:srgbClr val="6D6E71"/>
                </a:solidFill>
                <a:latin typeface="Arial" panose="020B0604020202020204"/>
                <a:cs typeface="Arial" panose="020B0604020202020204"/>
              </a:rPr>
              <a:t> </a:t>
            </a:r>
            <a:r>
              <a:rPr sz="3369" b="1" spc="10" dirty="0">
                <a:solidFill>
                  <a:srgbClr val="6D6E71"/>
                </a:solidFill>
                <a:latin typeface="Arial" panose="020B0604020202020204"/>
                <a:cs typeface="Arial" panose="020B0604020202020204"/>
              </a:rPr>
              <a:t>-</a:t>
            </a:r>
            <a:r>
              <a:rPr sz="3369" b="1" spc="-10" dirty="0">
                <a:solidFill>
                  <a:srgbClr val="6D6E71"/>
                </a:solidFill>
                <a:latin typeface="Arial" panose="020B0604020202020204"/>
                <a:cs typeface="Arial" panose="020B0604020202020204"/>
              </a:rPr>
              <a:t> </a:t>
            </a:r>
            <a:r>
              <a:rPr sz="3369" b="1" spc="20" dirty="0">
                <a:solidFill>
                  <a:srgbClr val="6D6E71"/>
                </a:solidFill>
                <a:latin typeface="Arial" panose="020B0604020202020204"/>
                <a:cs typeface="Arial" panose="020B0604020202020204"/>
              </a:rPr>
              <a:t>CSE</a:t>
            </a:r>
            <a:r>
              <a:rPr sz="3369" b="1" spc="-10" dirty="0">
                <a:solidFill>
                  <a:srgbClr val="6D6E71"/>
                </a:solidFill>
                <a:latin typeface="Arial" panose="020B0604020202020204"/>
                <a:cs typeface="Arial" panose="020B0604020202020204"/>
              </a:rPr>
              <a:t> </a:t>
            </a:r>
            <a:r>
              <a:rPr sz="3369" b="1" spc="20" dirty="0">
                <a:solidFill>
                  <a:srgbClr val="6D6E71"/>
                </a:solidFill>
                <a:latin typeface="Arial" panose="020B0604020202020204"/>
                <a:cs typeface="Arial" panose="020B0604020202020204"/>
              </a:rPr>
              <a:t>4000B</a:t>
            </a:r>
            <a:endParaRPr sz="3369">
              <a:solidFill>
                <a:prstClr val="black"/>
              </a:solidFill>
              <a:latin typeface="Arial" panose="020B0604020202020204"/>
              <a:cs typeface="Arial" panose="020B0604020202020204"/>
            </a:endParaRPr>
          </a:p>
        </p:txBody>
      </p:sp>
      <p:graphicFrame>
        <p:nvGraphicFramePr>
          <p:cNvPr id="3" name="object 3"/>
          <p:cNvGraphicFramePr>
            <a:graphicFrameLocks noGrp="1"/>
          </p:cNvGraphicFramePr>
          <p:nvPr>
            <p:extLst>
              <p:ext uri="{D42A27DB-BD31-4B8C-83A1-F6EECF244321}">
                <p14:modId xmlns:p14="http://schemas.microsoft.com/office/powerpoint/2010/main" val="2936554688"/>
              </p:ext>
            </p:extLst>
          </p:nvPr>
        </p:nvGraphicFramePr>
        <p:xfrm>
          <a:off x="1818998" y="1000765"/>
          <a:ext cx="9216636" cy="5732645"/>
        </p:xfrm>
        <a:graphic>
          <a:graphicData uri="http://schemas.openxmlformats.org/drawingml/2006/table">
            <a:tbl>
              <a:tblPr firstRow="1" bandRow="1">
                <a:tableStyleId>{2D5ABB26-0587-4C30-8999-92F81FD0307C}</a:tableStyleId>
              </a:tblPr>
              <a:tblGrid>
                <a:gridCol w="2762568">
                  <a:extLst>
                    <a:ext uri="{9D8B030D-6E8A-4147-A177-3AD203B41FA5}">
                      <a16:colId xmlns:a16="http://schemas.microsoft.com/office/drawing/2014/main" val="20000"/>
                    </a:ext>
                  </a:extLst>
                </a:gridCol>
                <a:gridCol w="1869906">
                  <a:extLst>
                    <a:ext uri="{9D8B030D-6E8A-4147-A177-3AD203B41FA5}">
                      <a16:colId xmlns:a16="http://schemas.microsoft.com/office/drawing/2014/main" val="20001"/>
                    </a:ext>
                  </a:extLst>
                </a:gridCol>
                <a:gridCol w="1727713">
                  <a:extLst>
                    <a:ext uri="{9D8B030D-6E8A-4147-A177-3AD203B41FA5}">
                      <a16:colId xmlns:a16="http://schemas.microsoft.com/office/drawing/2014/main" val="20002"/>
                    </a:ext>
                  </a:extLst>
                </a:gridCol>
                <a:gridCol w="986543">
                  <a:extLst>
                    <a:ext uri="{9D8B030D-6E8A-4147-A177-3AD203B41FA5}">
                      <a16:colId xmlns:a16="http://schemas.microsoft.com/office/drawing/2014/main" val="20003"/>
                    </a:ext>
                  </a:extLst>
                </a:gridCol>
                <a:gridCol w="1869906">
                  <a:extLst>
                    <a:ext uri="{9D8B030D-6E8A-4147-A177-3AD203B41FA5}">
                      <a16:colId xmlns:a16="http://schemas.microsoft.com/office/drawing/2014/main" val="20004"/>
                    </a:ext>
                  </a:extLst>
                </a:gridCol>
              </a:tblGrid>
              <a:tr h="580385">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CO</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Measurement</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Part</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55"/>
                        </a:lnSpc>
                      </a:pPr>
                      <a:endParaRPr lang="en-US" sz="2000" spc="-5" dirty="0">
                        <a:latin typeface="Microsoft Sans Serif" panose="020B0604020202020204"/>
                        <a:cs typeface="Microsoft Sans Serif" panose="020B0604020202020204"/>
                      </a:endParaRPr>
                    </a:p>
                    <a:p>
                      <a:pPr algn="ctr">
                        <a:lnSpc>
                          <a:spcPts val="1055"/>
                        </a:lnSpc>
                      </a:pPr>
                      <a:r>
                        <a:rPr sz="2000" spc="-5" dirty="0">
                          <a:latin typeface="Microsoft Sans Serif" panose="020B0604020202020204"/>
                          <a:cs typeface="Microsoft Sans Serif" panose="020B0604020202020204"/>
                        </a:rPr>
                        <a:t>Marks</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1120">
                        <a:lnSpc>
                          <a:spcPts val="1055"/>
                        </a:lnSpc>
                      </a:pPr>
                      <a:endParaRPr lang="en-US" sz="2000" spc="-5" dirty="0">
                        <a:latin typeface="Microsoft Sans Serif" panose="020B0604020202020204"/>
                        <a:cs typeface="Microsoft Sans Serif" panose="020B0604020202020204"/>
                      </a:endParaRPr>
                    </a:p>
                    <a:p>
                      <a:pPr marL="71120">
                        <a:lnSpc>
                          <a:spcPts val="1055"/>
                        </a:lnSpc>
                      </a:pPr>
                      <a:r>
                        <a:rPr sz="2000" spc="-5" dirty="0">
                          <a:latin typeface="Microsoft Sans Serif" panose="020B0604020202020204"/>
                          <a:cs typeface="Microsoft Sans Serif" panose="020B0604020202020204"/>
                        </a:rPr>
                        <a:t>Assessor</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912654">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CO3: Require</a:t>
                      </a:r>
                      <a:r>
                        <a:rPr sz="2000" dirty="0">
                          <a:latin typeface="Microsoft Sans Serif" panose="020B0604020202020204"/>
                          <a:cs typeface="Microsoft Sans Serif" panose="020B0604020202020204"/>
                        </a:rPr>
                        <a:t>ments</a:t>
                      </a:r>
                      <a:endParaRPr lang="en-US" sz="2000" dirty="0">
                        <a:latin typeface="Microsoft Sans Serif" panose="020B0604020202020204"/>
                        <a:cs typeface="Microsoft Sans Serif" panose="020B0604020202020204"/>
                      </a:endParaRPr>
                    </a:p>
                    <a:p>
                      <a:pPr marL="75565">
                        <a:lnSpc>
                          <a:spcPts val="1055"/>
                        </a:lnSpc>
                      </a:pPr>
                      <a:endParaRPr lang="en-US" sz="2000" dirty="0">
                        <a:latin typeface="Microsoft Sans Serif" panose="020B0604020202020204"/>
                        <a:cs typeface="Microsoft Sans Serif" panose="020B0604020202020204"/>
                      </a:endParaRPr>
                    </a:p>
                    <a:p>
                      <a:pPr marL="75565">
                        <a:lnSpc>
                          <a:spcPts val="1055"/>
                        </a:lnSpc>
                      </a:pPr>
                      <a:r>
                        <a:rPr sz="2000" dirty="0">
                          <a:latin typeface="Microsoft Sans Serif" panose="020B0604020202020204"/>
                          <a:cs typeface="Microsoft Sans Serif" panose="020B0604020202020204"/>
                        </a:rPr>
                        <a:t>and  </a:t>
                      </a:r>
                      <a:r>
                        <a:rPr sz="2000" spc="-5" dirty="0">
                          <a:latin typeface="Microsoft Sans Serif" panose="020B0604020202020204"/>
                          <a:cs typeface="Microsoft Sans Serif" panose="020B0604020202020204"/>
                        </a:rPr>
                        <a:t>Standards</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dirty="0">
                        <a:latin typeface="Microsoft Sans Serif" panose="020B0604020202020204"/>
                        <a:cs typeface="Microsoft Sans Serif" panose="020B0604020202020204"/>
                      </a:endParaRPr>
                    </a:p>
                    <a:p>
                      <a:pPr marL="75565">
                        <a:lnSpc>
                          <a:spcPts val="1055"/>
                        </a:lnSpc>
                      </a:pPr>
                      <a:r>
                        <a:rPr sz="2000" dirty="0">
                          <a:latin typeface="Microsoft Sans Serif" panose="020B0604020202020204"/>
                          <a:cs typeface="Microsoft Sans Serif" panose="020B0604020202020204"/>
                        </a:rPr>
                        <a:t>Report</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Section </a:t>
                      </a:r>
                      <a:r>
                        <a:rPr sz="2000" spc="130"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3.1,</a:t>
                      </a:r>
                      <a:endParaRPr sz="2000" dirty="0">
                        <a:latin typeface="Microsoft Sans Serif" panose="020B0604020202020204"/>
                        <a:cs typeface="Microsoft Sans Serif" panose="020B0604020202020204"/>
                      </a:endParaRPr>
                    </a:p>
                    <a:p>
                      <a:pPr marL="75565">
                        <a:lnSpc>
                          <a:spcPts val="1200"/>
                        </a:lnSpc>
                      </a:pPr>
                      <a:endParaRPr lang="en-US" sz="2000" spc="-5" dirty="0">
                        <a:latin typeface="Microsoft Sans Serif" panose="020B0604020202020204"/>
                        <a:cs typeface="Microsoft Sans Serif" panose="020B0604020202020204"/>
                      </a:endParaRPr>
                    </a:p>
                    <a:p>
                      <a:pPr marL="75565">
                        <a:lnSpc>
                          <a:spcPts val="1200"/>
                        </a:lnSpc>
                      </a:pPr>
                      <a:r>
                        <a:rPr sz="2000" spc="-5" dirty="0">
                          <a:latin typeface="Microsoft Sans Serif" panose="020B0604020202020204"/>
                          <a:cs typeface="Microsoft Sans Serif" panose="020B0604020202020204"/>
                        </a:rPr>
                        <a:t>5.1</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55"/>
                        </a:lnSpc>
                      </a:pPr>
                      <a:endParaRPr lang="en-US" sz="2000" spc="-5" dirty="0">
                        <a:latin typeface="Microsoft Sans Serif" panose="020B0604020202020204"/>
                        <a:cs typeface="Microsoft Sans Serif" panose="020B0604020202020204"/>
                      </a:endParaRPr>
                    </a:p>
                    <a:p>
                      <a:pPr algn="ctr">
                        <a:lnSpc>
                          <a:spcPts val="1055"/>
                        </a:lnSpc>
                      </a:pPr>
                      <a:r>
                        <a:rPr sz="2000" spc="-5" dirty="0">
                          <a:latin typeface="Microsoft Sans Serif" panose="020B0604020202020204"/>
                          <a:cs typeface="Microsoft Sans Serif" panose="020B0604020202020204"/>
                        </a:rPr>
                        <a:t>5%</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1755">
                        <a:lnSpc>
                          <a:spcPts val="1055"/>
                        </a:lnSpc>
                      </a:pPr>
                      <a:endParaRPr lang="en-US" sz="2000" spc="-20" dirty="0">
                        <a:latin typeface="Microsoft Sans Serif" panose="020B0604020202020204"/>
                        <a:cs typeface="Microsoft Sans Serif" panose="020B0604020202020204"/>
                      </a:endParaRPr>
                    </a:p>
                    <a:p>
                      <a:pPr marL="71755">
                        <a:lnSpc>
                          <a:spcPts val="1055"/>
                        </a:lnSpc>
                      </a:pPr>
                      <a:r>
                        <a:rPr sz="2000" spc="-20" dirty="0">
                          <a:latin typeface="Microsoft Sans Serif" panose="020B0604020202020204"/>
                          <a:cs typeface="Microsoft Sans Serif" panose="020B0604020202020204"/>
                        </a:rPr>
                        <a:t>Teacher</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10911">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CO6:</a:t>
                      </a:r>
                      <a:r>
                        <a:rPr lang="en-US" sz="2000" spc="-5"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Design</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dirty="0">
                        <a:latin typeface="Microsoft Sans Serif" panose="020B0604020202020204"/>
                        <a:cs typeface="Microsoft Sans Serif" panose="020B0604020202020204"/>
                      </a:endParaRPr>
                    </a:p>
                    <a:p>
                      <a:pPr marL="75565">
                        <a:lnSpc>
                          <a:spcPts val="1055"/>
                        </a:lnSpc>
                      </a:pPr>
                      <a:r>
                        <a:rPr sz="2000" dirty="0">
                          <a:latin typeface="Microsoft Sans Serif" panose="020B0604020202020204"/>
                          <a:cs typeface="Microsoft Sans Serif" panose="020B0604020202020204"/>
                        </a:rPr>
                        <a:t>Report</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Chapter</a:t>
                      </a:r>
                      <a:r>
                        <a:rPr sz="2000" spc="-25"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3</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55"/>
                        </a:lnSpc>
                      </a:pPr>
                      <a:endParaRPr lang="en-US" sz="2000" spc="-5" dirty="0">
                        <a:latin typeface="Microsoft Sans Serif" panose="020B0604020202020204"/>
                        <a:cs typeface="Microsoft Sans Serif" panose="020B0604020202020204"/>
                      </a:endParaRPr>
                    </a:p>
                    <a:p>
                      <a:pPr algn="ctr">
                        <a:lnSpc>
                          <a:spcPts val="1055"/>
                        </a:lnSpc>
                      </a:pPr>
                      <a:r>
                        <a:rPr sz="2000" spc="-5" dirty="0">
                          <a:latin typeface="Microsoft Sans Serif" panose="020B0604020202020204"/>
                          <a:cs typeface="Microsoft Sans Serif" panose="020B0604020202020204"/>
                        </a:rPr>
                        <a:t>10%</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Mentor</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611758">
                <a:tc>
                  <a:txBody>
                    <a:bodyPr/>
                    <a:lstStyle/>
                    <a:p>
                      <a:pPr marL="75565">
                        <a:lnSpc>
                          <a:spcPts val="1055"/>
                        </a:lnSpc>
                        <a:tabLst>
                          <a:tab pos="518795" algn="l"/>
                        </a:tabLst>
                      </a:pPr>
                      <a:endParaRPr lang="en-US" sz="2000" spc="5" dirty="0">
                        <a:latin typeface="Microsoft Sans Serif" panose="020B0604020202020204"/>
                        <a:cs typeface="Microsoft Sans Serif" panose="020B0604020202020204"/>
                      </a:endParaRPr>
                    </a:p>
                    <a:p>
                      <a:pPr marL="75565">
                        <a:lnSpc>
                          <a:spcPts val="1055"/>
                        </a:lnSpc>
                        <a:tabLst>
                          <a:tab pos="518795" algn="l"/>
                        </a:tabLst>
                      </a:pPr>
                      <a:r>
                        <a:rPr sz="2000" spc="5" dirty="0">
                          <a:latin typeface="Microsoft Sans Serif" panose="020B0604020202020204"/>
                          <a:cs typeface="Microsoft Sans Serif" panose="020B0604020202020204"/>
                        </a:rPr>
                        <a:t>CO7:</a:t>
                      </a:r>
                      <a:r>
                        <a:rPr lang="en-US" sz="2000" spc="5" dirty="0">
                          <a:latin typeface="Microsoft Sans Serif" panose="020B0604020202020204"/>
                          <a:cs typeface="Microsoft Sans Serif" panose="020B0604020202020204"/>
                        </a:rPr>
                        <a:t> </a:t>
                      </a:r>
                      <a:r>
                        <a:rPr sz="2000" dirty="0">
                          <a:latin typeface="Microsoft Sans Serif" panose="020B0604020202020204"/>
                          <a:cs typeface="Microsoft Sans Serif" panose="020B0604020202020204"/>
                        </a:rPr>
                        <a:t>Environ</a:t>
                      </a:r>
                      <a:r>
                        <a:rPr lang="en-US" sz="2000" dirty="0">
                          <a:latin typeface="Microsoft Sans Serif" panose="020B0604020202020204"/>
                          <a:cs typeface="Microsoft Sans Serif" panose="020B0604020202020204"/>
                        </a:rPr>
                        <a:t>m</a:t>
                      </a:r>
                      <a:r>
                        <a:rPr sz="2000" spc="-5" dirty="0">
                          <a:latin typeface="Microsoft Sans Serif" panose="020B0604020202020204"/>
                          <a:cs typeface="Microsoft Sans Serif" panose="020B0604020202020204"/>
                        </a:rPr>
                        <a:t>ent</a:t>
                      </a:r>
                      <a:endParaRPr lang="en-US" sz="2000" spc="-5" dirty="0">
                        <a:latin typeface="Microsoft Sans Serif" panose="020B0604020202020204"/>
                        <a:cs typeface="Microsoft Sans Serif" panose="020B0604020202020204"/>
                      </a:endParaRPr>
                    </a:p>
                    <a:p>
                      <a:pPr marL="75565">
                        <a:lnSpc>
                          <a:spcPts val="1055"/>
                        </a:lnSpc>
                        <a:tabLst>
                          <a:tab pos="518795" algn="l"/>
                        </a:tabLst>
                      </a:pPr>
                      <a:endParaRPr lang="en-US" sz="2000" spc="-5"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dirty="0">
                        <a:latin typeface="Microsoft Sans Serif" panose="020B0604020202020204"/>
                        <a:cs typeface="Microsoft Sans Serif" panose="020B0604020202020204"/>
                      </a:endParaRPr>
                    </a:p>
                    <a:p>
                      <a:pPr marL="75565">
                        <a:lnSpc>
                          <a:spcPts val="1055"/>
                        </a:lnSpc>
                      </a:pPr>
                      <a:r>
                        <a:rPr sz="2000" dirty="0">
                          <a:latin typeface="Microsoft Sans Serif" panose="020B0604020202020204"/>
                          <a:cs typeface="Microsoft Sans Serif" panose="020B0604020202020204"/>
                        </a:rPr>
                        <a:t>Report</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Section</a:t>
                      </a:r>
                      <a:r>
                        <a:rPr sz="2000" spc="-25"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5.2</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55"/>
                        </a:lnSpc>
                      </a:pPr>
                      <a:endParaRPr lang="en-US" sz="2000" spc="-5" dirty="0">
                        <a:latin typeface="Microsoft Sans Serif" panose="020B0604020202020204"/>
                        <a:cs typeface="Microsoft Sans Serif" panose="020B0604020202020204"/>
                      </a:endParaRPr>
                    </a:p>
                    <a:p>
                      <a:pPr algn="ctr">
                        <a:lnSpc>
                          <a:spcPts val="1055"/>
                        </a:lnSpc>
                      </a:pPr>
                      <a:r>
                        <a:rPr sz="2000" spc="-5" dirty="0">
                          <a:latin typeface="Microsoft Sans Serif" panose="020B0604020202020204"/>
                          <a:cs typeface="Microsoft Sans Serif" panose="020B0604020202020204"/>
                        </a:rPr>
                        <a:t>5%</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1755">
                        <a:lnSpc>
                          <a:spcPts val="1055"/>
                        </a:lnSpc>
                      </a:pPr>
                      <a:endParaRPr lang="en-US" sz="2000" spc="-20" dirty="0">
                        <a:latin typeface="Microsoft Sans Serif" panose="020B0604020202020204"/>
                        <a:cs typeface="Microsoft Sans Serif" panose="020B0604020202020204"/>
                      </a:endParaRPr>
                    </a:p>
                    <a:p>
                      <a:pPr marL="71755">
                        <a:lnSpc>
                          <a:spcPts val="1055"/>
                        </a:lnSpc>
                      </a:pPr>
                      <a:r>
                        <a:rPr sz="2000" spc="-20" dirty="0">
                          <a:latin typeface="Microsoft Sans Serif" panose="020B0604020202020204"/>
                          <a:cs typeface="Microsoft Sans Serif" panose="020B0604020202020204"/>
                        </a:rPr>
                        <a:t>Teacher</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611783">
                <a:tc>
                  <a:txBody>
                    <a:bodyPr/>
                    <a:lstStyle/>
                    <a:p>
                      <a:pPr marL="75565">
                        <a:lnSpc>
                          <a:spcPts val="1055"/>
                        </a:lnSpc>
                        <a:tabLst>
                          <a:tab pos="546735" algn="l"/>
                        </a:tabLst>
                      </a:pPr>
                      <a:endParaRPr lang="en-US" sz="2000" spc="5" dirty="0">
                        <a:latin typeface="Microsoft Sans Serif" panose="020B0604020202020204"/>
                        <a:cs typeface="Microsoft Sans Serif" panose="020B0604020202020204"/>
                      </a:endParaRPr>
                    </a:p>
                    <a:p>
                      <a:pPr marL="75565">
                        <a:lnSpc>
                          <a:spcPts val="1055"/>
                        </a:lnSpc>
                        <a:tabLst>
                          <a:tab pos="546735" algn="l"/>
                        </a:tabLst>
                      </a:pPr>
                      <a:r>
                        <a:rPr sz="2000" spc="5" dirty="0">
                          <a:latin typeface="Microsoft Sans Serif" panose="020B0604020202020204"/>
                          <a:cs typeface="Microsoft Sans Serif" panose="020B0604020202020204"/>
                        </a:rPr>
                        <a:t>CO8:</a:t>
                      </a:r>
                      <a:r>
                        <a:rPr lang="en-US" sz="2000" spc="5" dirty="0">
                          <a:latin typeface="Microsoft Sans Serif" panose="020B0604020202020204"/>
                          <a:cs typeface="Microsoft Sans Serif" panose="020B0604020202020204"/>
                        </a:rPr>
                        <a:t> </a:t>
                      </a:r>
                      <a:r>
                        <a:rPr sz="2000" spc="-10" dirty="0">
                          <a:latin typeface="Microsoft Sans Serif" panose="020B0604020202020204"/>
                          <a:cs typeface="Microsoft Sans Serif" panose="020B0604020202020204"/>
                        </a:rPr>
                        <a:t>Society,</a:t>
                      </a:r>
                      <a:r>
                        <a:rPr lang="en-US" sz="2000" spc="0"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Ethics</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dirty="0">
                        <a:latin typeface="Microsoft Sans Serif" panose="020B0604020202020204"/>
                        <a:cs typeface="Microsoft Sans Serif" panose="020B0604020202020204"/>
                      </a:endParaRPr>
                    </a:p>
                    <a:p>
                      <a:pPr marL="75565">
                        <a:lnSpc>
                          <a:spcPts val="1055"/>
                        </a:lnSpc>
                      </a:pPr>
                      <a:r>
                        <a:rPr sz="2000" dirty="0">
                          <a:latin typeface="Microsoft Sans Serif" panose="020B0604020202020204"/>
                          <a:cs typeface="Microsoft Sans Serif" panose="020B0604020202020204"/>
                        </a:rPr>
                        <a:t>Report</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Section</a:t>
                      </a:r>
                      <a:r>
                        <a:rPr sz="2000" spc="-25"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5.2</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55"/>
                        </a:lnSpc>
                      </a:pPr>
                      <a:endParaRPr lang="en-US" sz="2000" spc="-5" dirty="0">
                        <a:latin typeface="Microsoft Sans Serif" panose="020B0604020202020204"/>
                        <a:cs typeface="Microsoft Sans Serif" panose="020B0604020202020204"/>
                      </a:endParaRPr>
                    </a:p>
                    <a:p>
                      <a:pPr algn="ctr">
                        <a:lnSpc>
                          <a:spcPts val="1055"/>
                        </a:lnSpc>
                      </a:pPr>
                      <a:r>
                        <a:rPr sz="2000" spc="-5" dirty="0">
                          <a:latin typeface="Microsoft Sans Serif" panose="020B0604020202020204"/>
                          <a:cs typeface="Microsoft Sans Serif" panose="020B0604020202020204"/>
                        </a:rPr>
                        <a:t>5%</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1755">
                        <a:lnSpc>
                          <a:spcPts val="1055"/>
                        </a:lnSpc>
                      </a:pPr>
                      <a:endParaRPr lang="en-US" sz="2000" spc="-20" dirty="0">
                        <a:latin typeface="Microsoft Sans Serif" panose="020B0604020202020204"/>
                        <a:cs typeface="Microsoft Sans Serif" panose="020B0604020202020204"/>
                      </a:endParaRPr>
                    </a:p>
                    <a:p>
                      <a:pPr marL="71755">
                        <a:lnSpc>
                          <a:spcPts val="1055"/>
                        </a:lnSpc>
                      </a:pPr>
                      <a:r>
                        <a:rPr sz="2000" spc="-20" dirty="0">
                          <a:latin typeface="Microsoft Sans Serif" panose="020B0604020202020204"/>
                          <a:cs typeface="Microsoft Sans Serif" panose="020B0604020202020204"/>
                        </a:rPr>
                        <a:t>Teacher</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611783">
                <a:tc>
                  <a:txBody>
                    <a:bodyPr/>
                    <a:lstStyle/>
                    <a:p>
                      <a:pPr marL="75565">
                        <a:lnSpc>
                          <a:spcPts val="1055"/>
                        </a:lnSpc>
                      </a:pPr>
                      <a:endParaRPr lang="en-US" sz="2000" spc="-15" dirty="0">
                        <a:latin typeface="Microsoft Sans Serif" panose="020B0604020202020204"/>
                        <a:cs typeface="Microsoft Sans Serif" panose="020B0604020202020204"/>
                      </a:endParaRPr>
                    </a:p>
                    <a:p>
                      <a:pPr marL="75565">
                        <a:lnSpc>
                          <a:spcPts val="1055"/>
                        </a:lnSpc>
                      </a:pPr>
                      <a:r>
                        <a:rPr sz="2000" spc="-15" dirty="0">
                          <a:latin typeface="Microsoft Sans Serif" panose="020B0604020202020204"/>
                          <a:cs typeface="Microsoft Sans Serif" panose="020B0604020202020204"/>
                        </a:rPr>
                        <a:t>CO9:</a:t>
                      </a:r>
                      <a:r>
                        <a:rPr sz="2000" spc="40" dirty="0">
                          <a:latin typeface="Microsoft Sans Serif" panose="020B0604020202020204"/>
                          <a:cs typeface="Microsoft Sans Serif" panose="020B0604020202020204"/>
                        </a:rPr>
                        <a:t> </a:t>
                      </a:r>
                      <a:r>
                        <a:rPr sz="2000" spc="-30" dirty="0">
                          <a:latin typeface="Microsoft Sans Serif" panose="020B0604020202020204"/>
                          <a:cs typeface="Microsoft Sans Serif" panose="020B0604020202020204"/>
                        </a:rPr>
                        <a:t>Teamwork</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20" dirty="0">
                        <a:latin typeface="Microsoft Sans Serif" panose="020B0604020202020204"/>
                        <a:cs typeface="Microsoft Sans Serif" panose="020B0604020202020204"/>
                      </a:endParaRPr>
                    </a:p>
                    <a:p>
                      <a:pPr marL="75565">
                        <a:lnSpc>
                          <a:spcPts val="1055"/>
                        </a:lnSpc>
                      </a:pPr>
                      <a:r>
                        <a:rPr sz="2000" spc="-20" dirty="0">
                          <a:latin typeface="Microsoft Sans Serif" panose="020B0604020202020204"/>
                          <a:cs typeface="Microsoft Sans Serif" panose="020B0604020202020204"/>
                        </a:rPr>
                        <a:t>Peer</a:t>
                      </a:r>
                      <a:r>
                        <a:rPr lang="en-US" sz="2000" spc="-30" dirty="0">
                          <a:latin typeface="Microsoft Sans Serif" panose="020B0604020202020204"/>
                          <a:cs typeface="Microsoft Sans Serif" panose="020B0604020202020204"/>
                        </a:rPr>
                        <a:t> </a:t>
                      </a:r>
                    </a:p>
                    <a:p>
                      <a:pPr marL="75565">
                        <a:lnSpc>
                          <a:spcPts val="1055"/>
                        </a:lnSpc>
                      </a:pPr>
                      <a:endParaRPr lang="en-US" sz="2000" spc="-30"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Observation,</a:t>
                      </a:r>
                      <a:r>
                        <a:rPr sz="2000" spc="-30" dirty="0">
                          <a:latin typeface="Microsoft Sans Serif" panose="020B0604020202020204"/>
                          <a:cs typeface="Microsoft Sans Serif" panose="020B0604020202020204"/>
                        </a:rPr>
                        <a:t> </a:t>
                      </a:r>
                      <a:endParaRPr lang="en-US" sz="2000" spc="-30" dirty="0">
                        <a:latin typeface="Microsoft Sans Serif" panose="020B0604020202020204"/>
                        <a:cs typeface="Microsoft Sans Serif" panose="020B0604020202020204"/>
                      </a:endParaRPr>
                    </a:p>
                    <a:p>
                      <a:pPr marL="75565">
                        <a:lnSpc>
                          <a:spcPts val="1055"/>
                        </a:lnSpc>
                      </a:pPr>
                      <a:endParaRPr lang="en-US" sz="2000" spc="-30" dirty="0">
                        <a:latin typeface="Microsoft Sans Serif" panose="020B0604020202020204"/>
                        <a:cs typeface="Microsoft Sans Serif" panose="020B0604020202020204"/>
                      </a:endParaRPr>
                    </a:p>
                    <a:p>
                      <a:pPr marL="75565">
                        <a:lnSpc>
                          <a:spcPts val="1055"/>
                        </a:lnSpc>
                      </a:pPr>
                      <a:r>
                        <a:rPr sz="2000" dirty="0">
                          <a:latin typeface="Microsoft Sans Serif" panose="020B0604020202020204"/>
                          <a:cs typeface="Microsoft Sans Serif" panose="020B0604020202020204"/>
                        </a:rPr>
                        <a:t>Journal</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1595">
                        <a:lnSpc>
                          <a:spcPts val="1055"/>
                        </a:lnSpc>
                      </a:pPr>
                      <a:endParaRPr lang="en-US" sz="2000" dirty="0">
                        <a:latin typeface="Microsoft Sans Serif" panose="020B0604020202020204"/>
                        <a:cs typeface="Microsoft Sans Serif" panose="020B0604020202020204"/>
                      </a:endParaRPr>
                    </a:p>
                    <a:p>
                      <a:pPr marL="61595">
                        <a:lnSpc>
                          <a:spcPts val="1055"/>
                        </a:lnSpc>
                      </a:pPr>
                      <a:r>
                        <a:rPr sz="2000" dirty="0">
                          <a:latin typeface="Microsoft Sans Serif" panose="020B0604020202020204"/>
                          <a:cs typeface="Microsoft Sans Serif" panose="020B0604020202020204"/>
                        </a:rPr>
                        <a:t>–</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55"/>
                        </a:lnSpc>
                      </a:pPr>
                      <a:endParaRPr lang="en-US" sz="2000" spc="-5" dirty="0">
                        <a:latin typeface="Microsoft Sans Serif" panose="020B0604020202020204"/>
                        <a:cs typeface="Microsoft Sans Serif" panose="020B0604020202020204"/>
                      </a:endParaRPr>
                    </a:p>
                    <a:p>
                      <a:pPr algn="ctr">
                        <a:lnSpc>
                          <a:spcPts val="1055"/>
                        </a:lnSpc>
                      </a:pPr>
                      <a:r>
                        <a:rPr sz="2000" spc="-5" dirty="0">
                          <a:latin typeface="Microsoft Sans Serif" panose="020B0604020202020204"/>
                          <a:cs typeface="Microsoft Sans Serif" panose="020B0604020202020204"/>
                        </a:rPr>
                        <a:t>10%</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Mentor</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611783">
                <a:tc>
                  <a:txBody>
                    <a:bodyPr/>
                    <a:lstStyle/>
                    <a:p>
                      <a:pPr marL="75565">
                        <a:lnSpc>
                          <a:spcPts val="1055"/>
                        </a:lnSpc>
                      </a:pPr>
                      <a:endParaRPr lang="en-US" sz="2000" dirty="0">
                        <a:latin typeface="Microsoft Sans Serif" panose="020B0604020202020204"/>
                        <a:cs typeface="Microsoft Sans Serif" panose="020B0604020202020204"/>
                      </a:endParaRPr>
                    </a:p>
                    <a:p>
                      <a:pPr marL="75565">
                        <a:lnSpc>
                          <a:spcPts val="1055"/>
                        </a:lnSpc>
                      </a:pPr>
                      <a:r>
                        <a:rPr sz="2000" dirty="0">
                          <a:latin typeface="Microsoft Sans Serif" panose="020B0604020202020204"/>
                          <a:cs typeface="Microsoft Sans Serif" panose="020B0604020202020204"/>
                        </a:rPr>
                        <a:t>C10:</a:t>
                      </a:r>
                      <a:r>
                        <a:rPr sz="2000" spc="55" dirty="0">
                          <a:latin typeface="Microsoft Sans Serif" panose="020B0604020202020204"/>
                          <a:cs typeface="Microsoft Sans Serif" panose="020B0604020202020204"/>
                        </a:rPr>
                        <a:t> </a:t>
                      </a:r>
                      <a:r>
                        <a:rPr sz="2000" spc="-30" dirty="0">
                          <a:latin typeface="Microsoft Sans Serif" panose="020B0604020202020204"/>
                          <a:cs typeface="Microsoft Sans Serif" panose="020B0604020202020204"/>
                        </a:rPr>
                        <a:t>Tool</a:t>
                      </a:r>
                      <a:r>
                        <a:rPr sz="2000" spc="-5" dirty="0">
                          <a:latin typeface="Microsoft Sans Serif" panose="020B0604020202020204"/>
                          <a:cs typeface="Microsoft Sans Serif" panose="020B0604020202020204"/>
                        </a:rPr>
                        <a:t> </a:t>
                      </a:r>
                      <a:r>
                        <a:rPr sz="2000" dirty="0">
                          <a:latin typeface="Microsoft Sans Serif" panose="020B0604020202020204"/>
                          <a:cs typeface="Microsoft Sans Serif" panose="020B0604020202020204"/>
                        </a:rPr>
                        <a:t>&amp;</a:t>
                      </a:r>
                      <a:r>
                        <a:rPr sz="2000" spc="-10" dirty="0">
                          <a:latin typeface="Microsoft Sans Serif" panose="020B0604020202020204"/>
                          <a:cs typeface="Microsoft Sans Serif" panose="020B0604020202020204"/>
                        </a:rPr>
                        <a:t> </a:t>
                      </a:r>
                      <a:r>
                        <a:rPr sz="2000" spc="-20" dirty="0">
                          <a:latin typeface="Microsoft Sans Serif" panose="020B0604020202020204"/>
                          <a:cs typeface="Microsoft Sans Serif" panose="020B0604020202020204"/>
                        </a:rPr>
                        <a:t>Val</a:t>
                      </a:r>
                      <a:r>
                        <a:rPr lang="en-US" sz="2000" spc="-20" dirty="0">
                          <a:latin typeface="Microsoft Sans Serif" panose="020B0604020202020204"/>
                          <a:cs typeface="Microsoft Sans Serif" panose="020B0604020202020204"/>
                        </a:rPr>
                        <a:t>i</a:t>
                      </a:r>
                      <a:r>
                        <a:rPr sz="2000" spc="-5" dirty="0">
                          <a:latin typeface="Microsoft Sans Serif" panose="020B0604020202020204"/>
                          <a:cs typeface="Microsoft Sans Serif" panose="020B0604020202020204"/>
                        </a:rPr>
                        <a:t>dation</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dirty="0">
                        <a:latin typeface="Microsoft Sans Serif" panose="020B0604020202020204"/>
                        <a:cs typeface="Microsoft Sans Serif" panose="020B0604020202020204"/>
                      </a:endParaRPr>
                    </a:p>
                    <a:p>
                      <a:pPr marL="75565">
                        <a:lnSpc>
                          <a:spcPts val="1055"/>
                        </a:lnSpc>
                      </a:pPr>
                      <a:r>
                        <a:rPr sz="2000" dirty="0">
                          <a:latin typeface="Microsoft Sans Serif" panose="020B0604020202020204"/>
                          <a:cs typeface="Microsoft Sans Serif" panose="020B0604020202020204"/>
                        </a:rPr>
                        <a:t>Report</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Chapter</a:t>
                      </a:r>
                      <a:r>
                        <a:rPr sz="2000" spc="-25"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4</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55"/>
                        </a:lnSpc>
                      </a:pPr>
                      <a:endParaRPr lang="en-US" sz="2000" spc="-5" dirty="0">
                        <a:latin typeface="Microsoft Sans Serif" panose="020B0604020202020204"/>
                        <a:cs typeface="Microsoft Sans Serif" panose="020B0604020202020204"/>
                      </a:endParaRPr>
                    </a:p>
                    <a:p>
                      <a:pPr algn="ctr">
                        <a:lnSpc>
                          <a:spcPts val="1055"/>
                        </a:lnSpc>
                      </a:pPr>
                      <a:r>
                        <a:rPr sz="2000" spc="-5" dirty="0">
                          <a:latin typeface="Microsoft Sans Serif" panose="020B0604020202020204"/>
                          <a:cs typeface="Microsoft Sans Serif" panose="020B0604020202020204"/>
                        </a:rPr>
                        <a:t>5%</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Mentor</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611783">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CO11:</a:t>
                      </a:r>
                      <a:r>
                        <a:rPr sz="2000" spc="125"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Commu</a:t>
                      </a:r>
                      <a:r>
                        <a:rPr lang="en-US" sz="2000" spc="5" dirty="0">
                          <a:latin typeface="Microsoft Sans Serif" panose="020B0604020202020204"/>
                          <a:cs typeface="Microsoft Sans Serif" panose="020B0604020202020204"/>
                        </a:rPr>
                        <a:t>n</a:t>
                      </a:r>
                      <a:r>
                        <a:rPr sz="2000" spc="-5" dirty="0">
                          <a:latin typeface="Microsoft Sans Serif" panose="020B0604020202020204"/>
                          <a:cs typeface="Microsoft Sans Serif" panose="020B0604020202020204"/>
                        </a:rPr>
                        <a:t>ication</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Presentation,</a:t>
                      </a:r>
                      <a:endParaRPr sz="2000" dirty="0">
                        <a:latin typeface="Microsoft Sans Serif" panose="020B0604020202020204"/>
                        <a:cs typeface="Microsoft Sans Serif" panose="020B0604020202020204"/>
                      </a:endParaRPr>
                    </a:p>
                    <a:p>
                      <a:pPr marL="75565">
                        <a:lnSpc>
                          <a:spcPts val="1200"/>
                        </a:lnSpc>
                      </a:pPr>
                      <a:endParaRPr lang="en-US" sz="2000" spc="-5" dirty="0">
                        <a:latin typeface="Microsoft Sans Serif" panose="020B0604020202020204"/>
                        <a:cs typeface="Microsoft Sans Serif" panose="020B0604020202020204"/>
                      </a:endParaRPr>
                    </a:p>
                    <a:p>
                      <a:pPr marL="75565">
                        <a:lnSpc>
                          <a:spcPts val="1200"/>
                        </a:lnSpc>
                      </a:pPr>
                      <a:r>
                        <a:rPr sz="2000" spc="-5" dirty="0">
                          <a:latin typeface="Microsoft Sans Serif" panose="020B0604020202020204"/>
                          <a:cs typeface="Microsoft Sans Serif" panose="020B0604020202020204"/>
                        </a:rPr>
                        <a:t>Demo</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1595">
                        <a:lnSpc>
                          <a:spcPts val="1055"/>
                        </a:lnSpc>
                      </a:pPr>
                      <a:endParaRPr lang="en-US" sz="2000" dirty="0">
                        <a:latin typeface="Microsoft Sans Serif" panose="020B0604020202020204"/>
                        <a:cs typeface="Microsoft Sans Serif" panose="020B0604020202020204"/>
                      </a:endParaRPr>
                    </a:p>
                    <a:p>
                      <a:pPr marL="61595">
                        <a:lnSpc>
                          <a:spcPts val="1055"/>
                        </a:lnSpc>
                      </a:pPr>
                      <a:r>
                        <a:rPr sz="2000" dirty="0">
                          <a:latin typeface="Microsoft Sans Serif" panose="020B0604020202020204"/>
                          <a:cs typeface="Microsoft Sans Serif" panose="020B0604020202020204"/>
                        </a:rPr>
                        <a:t>–</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55"/>
                        </a:lnSpc>
                      </a:pPr>
                      <a:endParaRPr lang="en-US" sz="2000" spc="-5" dirty="0">
                        <a:latin typeface="Microsoft Sans Serif" panose="020B0604020202020204"/>
                        <a:cs typeface="Microsoft Sans Serif" panose="020B0604020202020204"/>
                      </a:endParaRPr>
                    </a:p>
                    <a:p>
                      <a:pPr algn="ctr">
                        <a:lnSpc>
                          <a:spcPts val="1055"/>
                        </a:lnSpc>
                      </a:pPr>
                      <a:r>
                        <a:rPr sz="2000" spc="-5" dirty="0">
                          <a:latin typeface="Microsoft Sans Serif" panose="020B0604020202020204"/>
                          <a:cs typeface="Microsoft Sans Serif" panose="020B0604020202020204"/>
                        </a:rPr>
                        <a:t>30%</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1755">
                        <a:lnSpc>
                          <a:spcPts val="1055"/>
                        </a:lnSpc>
                      </a:pPr>
                      <a:endParaRPr lang="en-US" sz="2000" spc="-120" dirty="0">
                        <a:latin typeface="Microsoft Sans Serif" panose="020B0604020202020204"/>
                        <a:cs typeface="Microsoft Sans Serif" panose="020B0604020202020204"/>
                      </a:endParaRPr>
                    </a:p>
                    <a:p>
                      <a:pPr marL="71755">
                        <a:lnSpc>
                          <a:spcPts val="1055"/>
                        </a:lnSpc>
                      </a:pPr>
                      <a:r>
                        <a:rPr sz="2000" spc="-120" dirty="0">
                          <a:latin typeface="Microsoft Sans Serif" panose="020B0604020202020204"/>
                          <a:cs typeface="Microsoft Sans Serif" panose="020B0604020202020204"/>
                        </a:rPr>
                        <a:t>T</a:t>
                      </a:r>
                      <a:r>
                        <a:rPr sz="2000" dirty="0">
                          <a:latin typeface="Microsoft Sans Serif" panose="020B0604020202020204"/>
                          <a:cs typeface="Microsoft Sans Serif" panose="020B0604020202020204"/>
                        </a:rPr>
                        <a:t>eacher (15%)</a:t>
                      </a:r>
                    </a:p>
                    <a:p>
                      <a:pPr marL="75565">
                        <a:lnSpc>
                          <a:spcPts val="1200"/>
                        </a:lnSpc>
                      </a:pPr>
                      <a:endParaRPr lang="en-US" sz="2000" spc="-5" dirty="0">
                        <a:latin typeface="Microsoft Sans Serif" panose="020B0604020202020204"/>
                        <a:cs typeface="Microsoft Sans Serif" panose="020B0604020202020204"/>
                      </a:endParaRPr>
                    </a:p>
                    <a:p>
                      <a:pPr marL="75565">
                        <a:lnSpc>
                          <a:spcPts val="1200"/>
                        </a:lnSpc>
                      </a:pPr>
                      <a:r>
                        <a:rPr sz="2000" spc="-5" dirty="0">
                          <a:latin typeface="Microsoft Sans Serif" panose="020B0604020202020204"/>
                          <a:cs typeface="Microsoft Sans Serif" panose="020B0604020202020204"/>
                        </a:rPr>
                        <a:t>Mentor(15%)</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310887">
                <a:tc>
                  <a:txBody>
                    <a:bodyPr/>
                    <a:lstStyle/>
                    <a:p>
                      <a:pPr marL="75565">
                        <a:lnSpc>
                          <a:spcPts val="1055"/>
                        </a:lnSpc>
                      </a:pPr>
                      <a:endParaRPr lang="en-US" sz="2000" spc="-10" dirty="0">
                        <a:latin typeface="Microsoft Sans Serif" panose="020B0604020202020204"/>
                        <a:cs typeface="Microsoft Sans Serif" panose="020B0604020202020204"/>
                      </a:endParaRPr>
                    </a:p>
                    <a:p>
                      <a:pPr marL="75565">
                        <a:lnSpc>
                          <a:spcPts val="1055"/>
                        </a:lnSpc>
                      </a:pPr>
                      <a:r>
                        <a:rPr sz="2000" spc="-10" dirty="0">
                          <a:latin typeface="Microsoft Sans Serif" panose="020B0604020202020204"/>
                          <a:cs typeface="Microsoft Sans Serif" panose="020B0604020202020204"/>
                        </a:rPr>
                        <a:t>CO12:</a:t>
                      </a:r>
                      <a:r>
                        <a:rPr sz="2000" spc="40"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Learning</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dirty="0">
                        <a:latin typeface="Microsoft Sans Serif" panose="020B0604020202020204"/>
                        <a:cs typeface="Microsoft Sans Serif" panose="020B0604020202020204"/>
                      </a:endParaRPr>
                    </a:p>
                    <a:p>
                      <a:pPr marL="75565">
                        <a:lnSpc>
                          <a:spcPts val="1055"/>
                        </a:lnSpc>
                      </a:pPr>
                      <a:r>
                        <a:rPr sz="2000" dirty="0">
                          <a:latin typeface="Microsoft Sans Serif" panose="020B0604020202020204"/>
                          <a:cs typeface="Microsoft Sans Serif" panose="020B0604020202020204"/>
                        </a:rPr>
                        <a:t>Report</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Section</a:t>
                      </a:r>
                      <a:r>
                        <a:rPr sz="2000" spc="-25"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5.5</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55"/>
                        </a:lnSpc>
                      </a:pPr>
                      <a:endParaRPr lang="en-US" sz="2000" spc="-5" dirty="0">
                        <a:latin typeface="Microsoft Sans Serif" panose="020B0604020202020204"/>
                        <a:cs typeface="Microsoft Sans Serif" panose="020B0604020202020204"/>
                      </a:endParaRPr>
                    </a:p>
                    <a:p>
                      <a:pPr algn="ctr">
                        <a:lnSpc>
                          <a:spcPts val="1055"/>
                        </a:lnSpc>
                      </a:pPr>
                      <a:r>
                        <a:rPr sz="2000" spc="-5" dirty="0">
                          <a:latin typeface="Microsoft Sans Serif" panose="020B0604020202020204"/>
                          <a:cs typeface="Microsoft Sans Serif" panose="020B0604020202020204"/>
                        </a:rPr>
                        <a:t>5%</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Mentor</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310911">
                <a:tc>
                  <a:txBody>
                    <a:bodyPr/>
                    <a:lstStyle/>
                    <a:p>
                      <a:pPr marL="75565">
                        <a:lnSpc>
                          <a:spcPts val="1055"/>
                        </a:lnSpc>
                      </a:pPr>
                      <a:endParaRPr lang="en-US" sz="2000" spc="-10" dirty="0">
                        <a:latin typeface="Microsoft Sans Serif" panose="020B0604020202020204"/>
                        <a:cs typeface="Microsoft Sans Serif" panose="020B0604020202020204"/>
                      </a:endParaRPr>
                    </a:p>
                    <a:p>
                      <a:pPr marL="75565">
                        <a:lnSpc>
                          <a:spcPts val="1055"/>
                        </a:lnSpc>
                      </a:pPr>
                      <a:r>
                        <a:rPr sz="2000" spc="-10" dirty="0">
                          <a:latin typeface="Microsoft Sans Serif" panose="020B0604020202020204"/>
                          <a:cs typeface="Microsoft Sans Serif" panose="020B0604020202020204"/>
                        </a:rPr>
                        <a:t>Complex</a:t>
                      </a:r>
                      <a:r>
                        <a:rPr sz="2000" spc="-25"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Eng.</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dirty="0">
                        <a:latin typeface="Microsoft Sans Serif" panose="020B0604020202020204"/>
                        <a:cs typeface="Microsoft Sans Serif" panose="020B0604020202020204"/>
                      </a:endParaRPr>
                    </a:p>
                    <a:p>
                      <a:pPr marL="75565">
                        <a:lnSpc>
                          <a:spcPts val="1055"/>
                        </a:lnSpc>
                      </a:pPr>
                      <a:r>
                        <a:rPr sz="2000" dirty="0">
                          <a:latin typeface="Microsoft Sans Serif" panose="020B0604020202020204"/>
                          <a:cs typeface="Microsoft Sans Serif" panose="020B0604020202020204"/>
                        </a:rPr>
                        <a:t>Report</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055"/>
                        </a:lnSpc>
                      </a:pPr>
                      <a:endParaRPr lang="en-US" sz="2000" spc="-5" dirty="0">
                        <a:latin typeface="Microsoft Sans Serif" panose="020B0604020202020204"/>
                        <a:cs typeface="Microsoft Sans Serif" panose="020B0604020202020204"/>
                      </a:endParaRPr>
                    </a:p>
                    <a:p>
                      <a:pPr marL="75565">
                        <a:lnSpc>
                          <a:spcPts val="1055"/>
                        </a:lnSpc>
                      </a:pPr>
                      <a:r>
                        <a:rPr sz="2000" spc="-5" dirty="0">
                          <a:latin typeface="Microsoft Sans Serif" panose="020B0604020202020204"/>
                          <a:cs typeface="Microsoft Sans Serif" panose="020B0604020202020204"/>
                        </a:rPr>
                        <a:t>Section</a:t>
                      </a:r>
                      <a:r>
                        <a:rPr sz="2000" spc="-25" dirty="0">
                          <a:latin typeface="Microsoft Sans Serif" panose="020B0604020202020204"/>
                          <a:cs typeface="Microsoft Sans Serif" panose="020B0604020202020204"/>
                        </a:rPr>
                        <a:t> </a:t>
                      </a:r>
                      <a:r>
                        <a:rPr sz="2000" spc="-5" dirty="0">
                          <a:latin typeface="Microsoft Sans Serif" panose="020B0604020202020204"/>
                          <a:cs typeface="Microsoft Sans Serif" panose="020B0604020202020204"/>
                        </a:rPr>
                        <a:t>5.4</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055"/>
                        </a:lnSpc>
                      </a:pPr>
                      <a:endParaRPr lang="en-US" sz="2000" spc="-5" dirty="0">
                        <a:latin typeface="Microsoft Sans Serif" panose="020B0604020202020204"/>
                        <a:cs typeface="Microsoft Sans Serif" panose="020B0604020202020204"/>
                      </a:endParaRPr>
                    </a:p>
                    <a:p>
                      <a:pPr algn="ctr">
                        <a:lnSpc>
                          <a:spcPts val="1055"/>
                        </a:lnSpc>
                      </a:pPr>
                      <a:r>
                        <a:rPr sz="2000" spc="-5" dirty="0">
                          <a:latin typeface="Microsoft Sans Serif" panose="020B0604020202020204"/>
                          <a:cs typeface="Microsoft Sans Serif" panose="020B0604020202020204"/>
                        </a:rPr>
                        <a:t>5%</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1755">
                        <a:lnSpc>
                          <a:spcPts val="1055"/>
                        </a:lnSpc>
                      </a:pPr>
                      <a:endParaRPr lang="en-US" sz="2000" spc="-20" dirty="0">
                        <a:latin typeface="Microsoft Sans Serif" panose="020B0604020202020204"/>
                        <a:cs typeface="Microsoft Sans Serif" panose="020B0604020202020204"/>
                      </a:endParaRPr>
                    </a:p>
                    <a:p>
                      <a:pPr marL="71755">
                        <a:lnSpc>
                          <a:spcPts val="1055"/>
                        </a:lnSpc>
                      </a:pPr>
                      <a:r>
                        <a:rPr sz="2000" spc="-20" dirty="0">
                          <a:latin typeface="Microsoft Sans Serif" panose="020B0604020202020204"/>
                          <a:cs typeface="Microsoft Sans Serif" panose="020B0604020202020204"/>
                        </a:rPr>
                        <a:t>Teacher</a:t>
                      </a:r>
                      <a:endParaRPr sz="2000" dirty="0">
                        <a:latin typeface="Microsoft Sans Serif" panose="020B0604020202020204"/>
                        <a:cs typeface="Microsoft Sans Serif" panose="020B060402020202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bl>
          </a:graphicData>
        </a:graphic>
      </p:graphicFrame>
      <p:sp>
        <p:nvSpPr>
          <p:cNvPr id="5" name="object 5"/>
          <p:cNvSpPr txBox="1">
            <a:spLocks noGrp="1"/>
          </p:cNvSpPr>
          <p:nvPr>
            <p:ph type="dt" sz="half" idx="6"/>
          </p:nvPr>
        </p:nvSpPr>
        <p:spPr>
          <a:xfrm>
            <a:off x="2408282" y="13082829"/>
            <a:ext cx="3893600"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Swakkhar</a:t>
            </a:r>
            <a:r>
              <a:rPr spc="-59" dirty="0">
                <a:solidFill>
                  <a:prstClr val="white"/>
                </a:solidFill>
              </a:rPr>
              <a:t> </a:t>
            </a:r>
            <a:r>
              <a:rPr spc="-10" dirty="0">
                <a:solidFill>
                  <a:prstClr val="white"/>
                </a:solidFill>
              </a:rPr>
              <a:t>Shatabda</a:t>
            </a:r>
          </a:p>
        </p:txBody>
      </p:sp>
      <p:sp>
        <p:nvSpPr>
          <p:cNvPr id="6" name="object 6"/>
          <p:cNvSpPr txBox="1"/>
          <p:nvPr/>
        </p:nvSpPr>
        <p:spPr>
          <a:xfrm>
            <a:off x="5288559" y="6601983"/>
            <a:ext cx="937470" cy="199518"/>
          </a:xfrm>
          <a:prstGeom prst="rect">
            <a:avLst/>
          </a:prstGeom>
        </p:spPr>
        <p:txBody>
          <a:bodyPr vert="horz" wrap="square" lIns="0" tIns="16359" rIns="0" bIns="0" rtlCol="0">
            <a:spAutoFit/>
          </a:bodyPr>
          <a:lstStyle/>
          <a:p>
            <a:pPr marL="25168" defTabSz="1812066">
              <a:spcBef>
                <a:spcPts val="129"/>
              </a:spcBef>
            </a:pPr>
            <a:r>
              <a:rPr sz="1189" b="1" spc="-10" dirty="0">
                <a:solidFill>
                  <a:srgbClr val="FFFFFF"/>
                </a:solidFill>
                <a:latin typeface="Arial" panose="020B0604020202020204"/>
                <a:cs typeface="Arial" panose="020B0604020202020204"/>
                <a:hlinkClick r:id="rId2" action="ppaction://hlinksldjump"/>
              </a:rPr>
              <a:t>Assessment</a:t>
            </a:r>
            <a:endParaRPr sz="1189">
              <a:solidFill>
                <a:prstClr val="black"/>
              </a:solidFill>
              <a:latin typeface="Arial" panose="020B0604020202020204"/>
              <a:cs typeface="Arial" panose="020B0604020202020204"/>
            </a:endParaRPr>
          </a:p>
        </p:txBody>
      </p:sp>
      <p:sp>
        <p:nvSpPr>
          <p:cNvPr id="7" name="object 7"/>
          <p:cNvSpPr txBox="1">
            <a:spLocks noGrp="1"/>
          </p:cNvSpPr>
          <p:nvPr>
            <p:ph type="ftr" sz="quarter" idx="5"/>
          </p:nvPr>
        </p:nvSpPr>
        <p:spPr>
          <a:xfrm>
            <a:off x="20650673" y="13082827"/>
            <a:ext cx="3773793"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7th</a:t>
            </a:r>
            <a:r>
              <a:rPr spc="-59" dirty="0">
                <a:solidFill>
                  <a:prstClr val="white"/>
                </a:solidFill>
              </a:rPr>
              <a:t> </a:t>
            </a:r>
            <a:r>
              <a:rPr spc="-10" dirty="0">
                <a:solidFill>
                  <a:prstClr val="white"/>
                </a:solidFill>
              </a:rPr>
              <a:t>November</a:t>
            </a:r>
            <a:r>
              <a:rPr spc="-50" dirty="0">
                <a:solidFill>
                  <a:prstClr val="white"/>
                </a:solidFill>
              </a:rPr>
              <a:t> </a:t>
            </a:r>
            <a:r>
              <a:rPr spc="-10" dirty="0">
                <a:solidFill>
                  <a:prstClr val="white"/>
                </a:solidFill>
              </a:rPr>
              <a:t>2021</a:t>
            </a:r>
          </a:p>
        </p:txBody>
      </p:sp>
      <p:sp>
        <p:nvSpPr>
          <p:cNvPr id="8" name="object 8"/>
          <p:cNvSpPr txBox="1">
            <a:spLocks noGrp="1"/>
          </p:cNvSpPr>
          <p:nvPr>
            <p:ph type="sldNum" sz="quarter" idx="7"/>
          </p:nvPr>
        </p:nvSpPr>
        <p:spPr>
          <a:xfrm>
            <a:off x="25063817" y="13082829"/>
            <a:ext cx="1683898" cy="199518"/>
          </a:xfrm>
          <a:prstGeom prst="rect">
            <a:avLst/>
          </a:prstGeom>
        </p:spPr>
        <p:txBody>
          <a:bodyPr vert="horz" wrap="square" lIns="0" tIns="16359" rIns="0" bIns="0" rtlCol="0">
            <a:spAutoFit/>
          </a:bodyPr>
          <a:lstStyle/>
          <a:p>
            <a:pPr marL="75503" defTabSz="1812066">
              <a:spcBef>
                <a:spcPts val="129"/>
              </a:spcBef>
            </a:pPr>
            <a:r>
              <a:rPr spc="-10" dirty="0">
                <a:solidFill>
                  <a:prstClr val="white"/>
                </a:solidFill>
              </a:rPr>
              <a:t>13</a:t>
            </a:r>
            <a:r>
              <a:rPr spc="-59" dirty="0">
                <a:solidFill>
                  <a:prstClr val="white"/>
                </a:solidFill>
              </a:rPr>
              <a:t> </a:t>
            </a:r>
            <a:r>
              <a:rPr spc="-10" dirty="0">
                <a:solidFill>
                  <a:prstClr val="white"/>
                </a:solidFill>
              </a:rPr>
              <a:t>/</a:t>
            </a:r>
            <a:r>
              <a:rPr spc="-59" dirty="0">
                <a:solidFill>
                  <a:prstClr val="white"/>
                </a:solidFill>
              </a:rPr>
              <a:t> </a:t>
            </a:r>
            <a:r>
              <a:rPr spc="-10" dirty="0">
                <a:solidFill>
                  <a:prstClr val="white"/>
                </a:solidFill>
              </a:rPr>
              <a:t>15</a:t>
            </a: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77322" y="214463"/>
            <a:ext cx="6241409" cy="548970"/>
          </a:xfrm>
          <a:prstGeom prst="rect">
            <a:avLst/>
          </a:prstGeom>
        </p:spPr>
        <p:txBody>
          <a:bodyPr vert="horz" wrap="square" lIns="0" tIns="30200" rIns="0" bIns="0" rtlCol="0">
            <a:spAutoFit/>
          </a:bodyPr>
          <a:lstStyle/>
          <a:p>
            <a:pPr marL="25168">
              <a:spcBef>
                <a:spcPts val="238"/>
              </a:spcBef>
            </a:pPr>
            <a:r>
              <a:rPr spc="-10" dirty="0"/>
              <a:t>Weekly</a:t>
            </a:r>
            <a:r>
              <a:rPr dirty="0"/>
              <a:t> </a:t>
            </a:r>
            <a:r>
              <a:rPr spc="10" dirty="0"/>
              <a:t>Activities</a:t>
            </a:r>
            <a:r>
              <a:rPr dirty="0"/>
              <a:t> </a:t>
            </a:r>
            <a:r>
              <a:rPr spc="10" dirty="0"/>
              <a:t>-</a:t>
            </a:r>
            <a:r>
              <a:rPr dirty="0"/>
              <a:t> </a:t>
            </a:r>
            <a:r>
              <a:rPr spc="20" dirty="0"/>
              <a:t>CSE</a:t>
            </a:r>
            <a:r>
              <a:rPr dirty="0"/>
              <a:t> </a:t>
            </a:r>
            <a:r>
              <a:rPr spc="20" dirty="0"/>
              <a:t>4000A</a:t>
            </a:r>
          </a:p>
        </p:txBody>
      </p:sp>
      <p:sp>
        <p:nvSpPr>
          <p:cNvPr id="3" name="object 3"/>
          <p:cNvSpPr txBox="1"/>
          <p:nvPr/>
        </p:nvSpPr>
        <p:spPr>
          <a:xfrm>
            <a:off x="1647787" y="779769"/>
            <a:ext cx="7253121" cy="3817220"/>
          </a:xfrm>
          <a:prstGeom prst="rect">
            <a:avLst/>
          </a:prstGeom>
        </p:spPr>
        <p:txBody>
          <a:bodyPr vert="horz" wrap="square" lIns="0" tIns="25167" rIns="0" bIns="0" rtlCol="0">
            <a:spAutoFit/>
          </a:bodyPr>
          <a:lstStyle/>
          <a:p>
            <a:pPr marL="573821" marR="650582" defTabSz="1812066">
              <a:lnSpc>
                <a:spcPct val="125000"/>
              </a:lnSpc>
              <a:spcBef>
                <a:spcPts val="198"/>
              </a:spcBef>
            </a:pPr>
            <a:r>
              <a:rPr sz="2180" spc="-20" dirty="0">
                <a:solidFill>
                  <a:srgbClr val="6D6E71"/>
                </a:solidFill>
                <a:latin typeface="Microsoft Sans Serif" panose="020B0604020202020204"/>
                <a:cs typeface="Microsoft Sans Serif" panose="020B0604020202020204"/>
              </a:rPr>
              <a:t>W1</a:t>
            </a:r>
            <a:r>
              <a:rPr sz="2180" spc="503" dirty="0">
                <a:solidFill>
                  <a:srgbClr val="6D6E71"/>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Course</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details</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intro</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to</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selection</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of</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topics </a:t>
            </a:r>
            <a:r>
              <a:rPr sz="2180" spc="-545" dirty="0">
                <a:solidFill>
                  <a:prstClr val="black"/>
                </a:solidFill>
                <a:latin typeface="Microsoft Sans Serif" panose="020B0604020202020204"/>
                <a:cs typeface="Microsoft Sans Serif" panose="020B0604020202020204"/>
              </a:rPr>
              <a:t> </a:t>
            </a:r>
            <a:r>
              <a:rPr sz="2180" spc="-20" dirty="0">
                <a:solidFill>
                  <a:srgbClr val="6D6E71"/>
                </a:solidFill>
                <a:latin typeface="Microsoft Sans Serif" panose="020B0604020202020204"/>
                <a:cs typeface="Microsoft Sans Serif" panose="020B0604020202020204"/>
              </a:rPr>
              <a:t>W2</a:t>
            </a:r>
            <a:r>
              <a:rPr sz="2180" spc="486" dirty="0">
                <a:solidFill>
                  <a:srgbClr val="6D6E71"/>
                </a:solidFill>
                <a:latin typeface="Microsoft Sans Serif" panose="020B0604020202020204"/>
                <a:cs typeface="Microsoft Sans Serif" panose="020B0604020202020204"/>
              </a:rPr>
              <a:t> </a:t>
            </a:r>
            <a:r>
              <a:rPr sz="2180" spc="-69" dirty="0">
                <a:solidFill>
                  <a:prstClr val="black"/>
                </a:solidFill>
                <a:latin typeface="Microsoft Sans Serif" panose="020B0604020202020204"/>
                <a:cs typeface="Microsoft Sans Serif" panose="020B0604020202020204"/>
              </a:rPr>
              <a:t>Topic</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Presentation,</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Justify</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topic</a:t>
            </a:r>
            <a:endParaRPr sz="2180">
              <a:solidFill>
                <a:prstClr val="black"/>
              </a:solidFill>
              <a:latin typeface="Microsoft Sans Serif" panose="020B0604020202020204"/>
              <a:cs typeface="Microsoft Sans Serif" panose="020B0604020202020204"/>
            </a:endParaRPr>
          </a:p>
          <a:p>
            <a:pPr marL="573821" defTabSz="1812066">
              <a:spcBef>
                <a:spcPts val="664"/>
              </a:spcBef>
            </a:pPr>
            <a:r>
              <a:rPr sz="2180" spc="-20" dirty="0">
                <a:solidFill>
                  <a:srgbClr val="6D6E71"/>
                </a:solidFill>
                <a:latin typeface="Microsoft Sans Serif" panose="020B0604020202020204"/>
                <a:cs typeface="Microsoft Sans Serif" panose="020B0604020202020204"/>
              </a:rPr>
              <a:t>W3</a:t>
            </a:r>
            <a:r>
              <a:rPr sz="2180" spc="486" dirty="0">
                <a:solidFill>
                  <a:srgbClr val="6D6E71"/>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Art </a:t>
            </a:r>
            <a:r>
              <a:rPr sz="2180" spc="-20" dirty="0">
                <a:solidFill>
                  <a:prstClr val="black"/>
                </a:solidFill>
                <a:latin typeface="Microsoft Sans Serif" panose="020B0604020202020204"/>
                <a:cs typeface="Microsoft Sans Serif" panose="020B0604020202020204"/>
              </a:rPr>
              <a:t>and</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Science</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of</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Writing</a:t>
            </a:r>
            <a:endParaRPr sz="2180">
              <a:solidFill>
                <a:prstClr val="black"/>
              </a:solidFill>
              <a:latin typeface="Microsoft Sans Serif" panose="020B0604020202020204"/>
              <a:cs typeface="Microsoft Sans Serif" panose="020B0604020202020204"/>
            </a:endParaRPr>
          </a:p>
          <a:p>
            <a:pPr marL="573821" marR="2241174" defTabSz="1812066">
              <a:lnSpc>
                <a:spcPct val="125000"/>
              </a:lnSpc>
            </a:pPr>
            <a:r>
              <a:rPr sz="2180" spc="-20" dirty="0">
                <a:solidFill>
                  <a:srgbClr val="6D6E71"/>
                </a:solidFill>
                <a:latin typeface="Microsoft Sans Serif" panose="020B0604020202020204"/>
                <a:cs typeface="Microsoft Sans Serif" panose="020B0604020202020204"/>
              </a:rPr>
              <a:t>W4</a:t>
            </a:r>
            <a:r>
              <a:rPr sz="2180" spc="476" dirty="0">
                <a:solidFill>
                  <a:srgbClr val="6D6E71"/>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Art </a:t>
            </a:r>
            <a:r>
              <a:rPr sz="2180" spc="-20" dirty="0">
                <a:solidFill>
                  <a:prstClr val="black"/>
                </a:solidFill>
                <a:latin typeface="Microsoft Sans Serif" panose="020B0604020202020204"/>
                <a:cs typeface="Microsoft Sans Serif" panose="020B0604020202020204"/>
              </a:rPr>
              <a:t>and</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Science</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of</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Presentation </a:t>
            </a:r>
            <a:r>
              <a:rPr sz="2180" spc="-555" dirty="0">
                <a:solidFill>
                  <a:prstClr val="black"/>
                </a:solidFill>
                <a:latin typeface="Microsoft Sans Serif" panose="020B0604020202020204"/>
                <a:cs typeface="Microsoft Sans Serif" panose="020B0604020202020204"/>
              </a:rPr>
              <a:t> </a:t>
            </a:r>
            <a:r>
              <a:rPr sz="2180" spc="-20" dirty="0">
                <a:solidFill>
                  <a:srgbClr val="6D6E71"/>
                </a:solidFill>
                <a:latin typeface="Microsoft Sans Serif" panose="020B0604020202020204"/>
                <a:cs typeface="Microsoft Sans Serif" panose="020B0604020202020204"/>
              </a:rPr>
              <a:t>W5</a:t>
            </a:r>
            <a:r>
              <a:rPr sz="2180" spc="495" dirty="0">
                <a:solidFill>
                  <a:srgbClr val="6D6E71"/>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Literature</a:t>
            </a:r>
            <a:r>
              <a:rPr sz="2180" spc="10" dirty="0">
                <a:solidFill>
                  <a:prstClr val="black"/>
                </a:solidFill>
                <a:latin typeface="Microsoft Sans Serif" panose="020B0604020202020204"/>
                <a:cs typeface="Microsoft Sans Serif" panose="020B0604020202020204"/>
              </a:rPr>
              <a:t> </a:t>
            </a:r>
            <a:r>
              <a:rPr sz="2180" spc="-40" dirty="0">
                <a:solidFill>
                  <a:prstClr val="black"/>
                </a:solidFill>
                <a:latin typeface="Microsoft Sans Serif" panose="020B0604020202020204"/>
                <a:cs typeface="Microsoft Sans Serif" panose="020B0604020202020204"/>
              </a:rPr>
              <a:t>Review</a:t>
            </a:r>
            <a:endParaRPr sz="2180">
              <a:solidFill>
                <a:prstClr val="black"/>
              </a:solidFill>
              <a:latin typeface="Microsoft Sans Serif" panose="020B0604020202020204"/>
              <a:cs typeface="Microsoft Sans Serif" panose="020B0604020202020204"/>
            </a:endParaRPr>
          </a:p>
          <a:p>
            <a:pPr marL="573821" defTabSz="1812066">
              <a:spcBef>
                <a:spcPts val="664"/>
              </a:spcBef>
            </a:pPr>
            <a:r>
              <a:rPr sz="2180" spc="-20" dirty="0">
                <a:solidFill>
                  <a:srgbClr val="6D6E71"/>
                </a:solidFill>
                <a:latin typeface="Microsoft Sans Serif" panose="020B0604020202020204"/>
                <a:cs typeface="Microsoft Sans Serif" panose="020B0604020202020204"/>
              </a:rPr>
              <a:t>W6</a:t>
            </a:r>
            <a:r>
              <a:rPr sz="2180" spc="466" dirty="0">
                <a:solidFill>
                  <a:srgbClr val="6D6E71"/>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Constraints</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Standards</a:t>
            </a:r>
            <a:endParaRPr sz="2180">
              <a:solidFill>
                <a:prstClr val="black"/>
              </a:solidFill>
              <a:latin typeface="Microsoft Sans Serif" panose="020B0604020202020204"/>
              <a:cs typeface="Microsoft Sans Serif" panose="020B0604020202020204"/>
            </a:endParaRPr>
          </a:p>
          <a:p>
            <a:pPr marL="329695" marR="683300" indent="242867" defTabSz="1812066">
              <a:lnSpc>
                <a:spcPct val="125000"/>
              </a:lnSpc>
            </a:pPr>
            <a:r>
              <a:rPr sz="2180" spc="-20" dirty="0">
                <a:solidFill>
                  <a:srgbClr val="6D6E71"/>
                </a:solidFill>
                <a:latin typeface="Microsoft Sans Serif" panose="020B0604020202020204"/>
                <a:cs typeface="Microsoft Sans Serif" panose="020B0604020202020204"/>
              </a:rPr>
              <a:t>W7</a:t>
            </a:r>
            <a:r>
              <a:rPr sz="2180" spc="515" dirty="0">
                <a:solidFill>
                  <a:srgbClr val="6D6E71"/>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Project</a:t>
            </a:r>
            <a:r>
              <a:rPr sz="2180" spc="4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Management</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Ethical</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Constraints </a:t>
            </a:r>
            <a:r>
              <a:rPr sz="2180" spc="-545" dirty="0">
                <a:solidFill>
                  <a:prstClr val="black"/>
                </a:solidFill>
                <a:latin typeface="Microsoft Sans Serif" panose="020B0604020202020204"/>
                <a:cs typeface="Microsoft Sans Serif" panose="020B0604020202020204"/>
              </a:rPr>
              <a:t> </a:t>
            </a:r>
            <a:r>
              <a:rPr sz="2180" spc="-20" dirty="0">
                <a:solidFill>
                  <a:srgbClr val="6D6E71"/>
                </a:solidFill>
                <a:latin typeface="Microsoft Sans Serif" panose="020B0604020202020204"/>
                <a:cs typeface="Microsoft Sans Serif" panose="020B0604020202020204"/>
              </a:rPr>
              <a:t>W8-9</a:t>
            </a:r>
            <a:r>
              <a:rPr sz="2180" spc="495" dirty="0">
                <a:solidFill>
                  <a:srgbClr val="6D6E71"/>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Weekly</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Progress</a:t>
            </a:r>
            <a:r>
              <a:rPr sz="2180" spc="20" dirty="0">
                <a:solidFill>
                  <a:prstClr val="black"/>
                </a:solidFill>
                <a:latin typeface="Microsoft Sans Serif" panose="020B0604020202020204"/>
                <a:cs typeface="Microsoft Sans Serif" panose="020B0604020202020204"/>
              </a:rPr>
              <a:t> </a:t>
            </a:r>
            <a:r>
              <a:rPr sz="2180" dirty="0">
                <a:solidFill>
                  <a:prstClr val="black"/>
                </a:solidFill>
                <a:latin typeface="Microsoft Sans Serif" panose="020B0604020202020204"/>
                <a:cs typeface="Microsoft Sans Serif" panose="020B0604020202020204"/>
              </a:rPr>
              <a:t>Report</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via</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Presentation</a:t>
            </a:r>
            <a:endParaRPr sz="2180">
              <a:solidFill>
                <a:prstClr val="black"/>
              </a:solidFill>
              <a:latin typeface="Microsoft Sans Serif" panose="020B0604020202020204"/>
              <a:cs typeface="Microsoft Sans Serif" panose="020B0604020202020204"/>
            </a:endParaRPr>
          </a:p>
          <a:p>
            <a:pPr marL="25168" defTabSz="1812066">
              <a:spcBef>
                <a:spcPts val="654"/>
              </a:spcBef>
            </a:pPr>
            <a:r>
              <a:rPr sz="2180" spc="-20" dirty="0">
                <a:solidFill>
                  <a:srgbClr val="6D6E71"/>
                </a:solidFill>
                <a:latin typeface="Microsoft Sans Serif" panose="020B0604020202020204"/>
                <a:cs typeface="Microsoft Sans Serif" panose="020B0604020202020204"/>
              </a:rPr>
              <a:t>W11-12</a:t>
            </a:r>
            <a:r>
              <a:rPr sz="2180" spc="503" dirty="0">
                <a:solidFill>
                  <a:srgbClr val="6D6E71"/>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Weekly</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Progress</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of</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Final</a:t>
            </a:r>
            <a:r>
              <a:rPr sz="2180" spc="30" dirty="0">
                <a:solidFill>
                  <a:prstClr val="black"/>
                </a:solidFill>
                <a:latin typeface="Microsoft Sans Serif" panose="020B0604020202020204"/>
                <a:cs typeface="Microsoft Sans Serif" panose="020B0604020202020204"/>
              </a:rPr>
              <a:t> </a:t>
            </a:r>
            <a:r>
              <a:rPr sz="2180" dirty="0">
                <a:solidFill>
                  <a:prstClr val="black"/>
                </a:solidFill>
                <a:latin typeface="Microsoft Sans Serif" panose="020B0604020202020204"/>
                <a:cs typeface="Microsoft Sans Serif" panose="020B0604020202020204"/>
              </a:rPr>
              <a:t>Report</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Presentation</a:t>
            </a:r>
            <a:endParaRPr sz="2180">
              <a:solidFill>
                <a:prstClr val="black"/>
              </a:solidFill>
              <a:latin typeface="Microsoft Sans Serif" panose="020B0604020202020204"/>
              <a:cs typeface="Microsoft Sans Serif" panose="020B0604020202020204"/>
            </a:endParaRPr>
          </a:p>
        </p:txBody>
      </p:sp>
      <p:sp>
        <p:nvSpPr>
          <p:cNvPr id="5" name="object 5"/>
          <p:cNvSpPr txBox="1">
            <a:spLocks noGrp="1"/>
          </p:cNvSpPr>
          <p:nvPr>
            <p:ph type="dt" sz="half" idx="6"/>
          </p:nvPr>
        </p:nvSpPr>
        <p:spPr>
          <a:xfrm>
            <a:off x="2408282" y="13082829"/>
            <a:ext cx="3893600"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Swakkhar</a:t>
            </a:r>
            <a:r>
              <a:rPr spc="-59" dirty="0">
                <a:solidFill>
                  <a:prstClr val="white"/>
                </a:solidFill>
              </a:rPr>
              <a:t> </a:t>
            </a:r>
            <a:r>
              <a:rPr spc="-10" dirty="0">
                <a:solidFill>
                  <a:prstClr val="white"/>
                </a:solidFill>
              </a:rPr>
              <a:t>Shatabda</a:t>
            </a:r>
          </a:p>
        </p:txBody>
      </p:sp>
      <p:sp>
        <p:nvSpPr>
          <p:cNvPr id="6" name="object 6"/>
          <p:cNvSpPr txBox="1"/>
          <p:nvPr/>
        </p:nvSpPr>
        <p:spPr>
          <a:xfrm>
            <a:off x="5288559" y="6601983"/>
            <a:ext cx="937470" cy="199518"/>
          </a:xfrm>
          <a:prstGeom prst="rect">
            <a:avLst/>
          </a:prstGeom>
        </p:spPr>
        <p:txBody>
          <a:bodyPr vert="horz" wrap="square" lIns="0" tIns="16359" rIns="0" bIns="0" rtlCol="0">
            <a:spAutoFit/>
          </a:bodyPr>
          <a:lstStyle/>
          <a:p>
            <a:pPr marL="25168" defTabSz="1812066">
              <a:spcBef>
                <a:spcPts val="129"/>
              </a:spcBef>
            </a:pPr>
            <a:r>
              <a:rPr sz="1189" b="1" spc="-10" dirty="0">
                <a:solidFill>
                  <a:srgbClr val="FFFFFF"/>
                </a:solidFill>
                <a:latin typeface="Arial" panose="020B0604020202020204"/>
                <a:cs typeface="Arial" panose="020B0604020202020204"/>
                <a:hlinkClick r:id="rId2" action="ppaction://hlinksldjump"/>
              </a:rPr>
              <a:t>Assessment</a:t>
            </a:r>
            <a:endParaRPr sz="1189">
              <a:solidFill>
                <a:prstClr val="black"/>
              </a:solidFill>
              <a:latin typeface="Arial" panose="020B0604020202020204"/>
              <a:cs typeface="Arial" panose="020B0604020202020204"/>
            </a:endParaRPr>
          </a:p>
        </p:txBody>
      </p:sp>
      <p:sp>
        <p:nvSpPr>
          <p:cNvPr id="7" name="object 7"/>
          <p:cNvSpPr txBox="1">
            <a:spLocks noGrp="1"/>
          </p:cNvSpPr>
          <p:nvPr>
            <p:ph type="ftr" sz="quarter" idx="5"/>
          </p:nvPr>
        </p:nvSpPr>
        <p:spPr>
          <a:xfrm>
            <a:off x="20650673" y="13082827"/>
            <a:ext cx="3773793"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7th</a:t>
            </a:r>
            <a:r>
              <a:rPr spc="-59" dirty="0">
                <a:solidFill>
                  <a:prstClr val="white"/>
                </a:solidFill>
              </a:rPr>
              <a:t> </a:t>
            </a:r>
            <a:r>
              <a:rPr spc="-10" dirty="0">
                <a:solidFill>
                  <a:prstClr val="white"/>
                </a:solidFill>
              </a:rPr>
              <a:t>November</a:t>
            </a:r>
            <a:r>
              <a:rPr spc="-50" dirty="0">
                <a:solidFill>
                  <a:prstClr val="white"/>
                </a:solidFill>
              </a:rPr>
              <a:t> </a:t>
            </a:r>
            <a:r>
              <a:rPr spc="-10" dirty="0">
                <a:solidFill>
                  <a:prstClr val="white"/>
                </a:solidFill>
              </a:rPr>
              <a:t>2021</a:t>
            </a:r>
          </a:p>
        </p:txBody>
      </p:sp>
      <p:sp>
        <p:nvSpPr>
          <p:cNvPr id="8" name="object 8"/>
          <p:cNvSpPr txBox="1">
            <a:spLocks noGrp="1"/>
          </p:cNvSpPr>
          <p:nvPr>
            <p:ph type="sldNum" sz="quarter" idx="7"/>
          </p:nvPr>
        </p:nvSpPr>
        <p:spPr>
          <a:xfrm>
            <a:off x="25063817" y="13082829"/>
            <a:ext cx="1683898" cy="199518"/>
          </a:xfrm>
          <a:prstGeom prst="rect">
            <a:avLst/>
          </a:prstGeom>
        </p:spPr>
        <p:txBody>
          <a:bodyPr vert="horz" wrap="square" lIns="0" tIns="16359" rIns="0" bIns="0" rtlCol="0">
            <a:spAutoFit/>
          </a:bodyPr>
          <a:lstStyle/>
          <a:p>
            <a:pPr marL="75503" defTabSz="1812066">
              <a:spcBef>
                <a:spcPts val="129"/>
              </a:spcBef>
            </a:pPr>
            <a:r>
              <a:rPr spc="-10" dirty="0">
                <a:solidFill>
                  <a:prstClr val="white"/>
                </a:solidFill>
              </a:rPr>
              <a:t>14</a:t>
            </a:r>
            <a:r>
              <a:rPr spc="-59" dirty="0">
                <a:solidFill>
                  <a:prstClr val="white"/>
                </a:solidFill>
              </a:rPr>
              <a:t> </a:t>
            </a:r>
            <a:r>
              <a:rPr spc="-10" dirty="0">
                <a:solidFill>
                  <a:prstClr val="white"/>
                </a:solidFill>
              </a:rPr>
              <a:t>/</a:t>
            </a:r>
            <a:r>
              <a:rPr spc="-59" dirty="0">
                <a:solidFill>
                  <a:prstClr val="white"/>
                </a:solidFill>
              </a:rPr>
              <a:t> </a:t>
            </a:r>
            <a:r>
              <a:rPr spc="-10" dirty="0">
                <a:solidFill>
                  <a:prstClr val="white"/>
                </a:solidFill>
              </a:rPr>
              <a:t>15</a:t>
            </a: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77322" y="214463"/>
            <a:ext cx="6908334" cy="548970"/>
          </a:xfrm>
          <a:prstGeom prst="rect">
            <a:avLst/>
          </a:prstGeom>
        </p:spPr>
        <p:txBody>
          <a:bodyPr vert="horz" wrap="square" lIns="0" tIns="30200" rIns="0" bIns="0" rtlCol="0">
            <a:spAutoFit/>
          </a:bodyPr>
          <a:lstStyle/>
          <a:p>
            <a:pPr marL="25168">
              <a:spcBef>
                <a:spcPts val="238"/>
              </a:spcBef>
            </a:pPr>
            <a:r>
              <a:rPr spc="10" dirty="0"/>
              <a:t>How</a:t>
            </a:r>
            <a:r>
              <a:rPr spc="-30" dirty="0"/>
              <a:t> </a:t>
            </a:r>
            <a:r>
              <a:rPr spc="20" dirty="0"/>
              <a:t>to</a:t>
            </a:r>
            <a:r>
              <a:rPr spc="-20" dirty="0"/>
              <a:t> </a:t>
            </a:r>
            <a:r>
              <a:rPr spc="20" dirty="0"/>
              <a:t>Maintain</a:t>
            </a:r>
            <a:r>
              <a:rPr spc="-20" dirty="0"/>
              <a:t> </a:t>
            </a:r>
            <a:r>
              <a:rPr spc="-10" dirty="0"/>
              <a:t>Weekly</a:t>
            </a:r>
            <a:r>
              <a:rPr spc="-30" dirty="0"/>
              <a:t> </a:t>
            </a:r>
            <a:r>
              <a:rPr spc="20" dirty="0"/>
              <a:t>Journal?</a:t>
            </a:r>
          </a:p>
        </p:txBody>
      </p:sp>
      <p:sp>
        <p:nvSpPr>
          <p:cNvPr id="3" name="object 3"/>
          <p:cNvSpPr/>
          <p:nvPr/>
        </p:nvSpPr>
        <p:spPr>
          <a:xfrm>
            <a:off x="2398041" y="959994"/>
            <a:ext cx="144710" cy="144710"/>
          </a:xfrm>
          <a:custGeom>
            <a:avLst/>
            <a:gdLst/>
            <a:ahLst/>
            <a:cxnLst/>
            <a:rect l="l" t="t" r="r" b="b"/>
            <a:pathLst>
              <a:path w="73025" h="73025">
                <a:moveTo>
                  <a:pt x="72453" y="0"/>
                </a:moveTo>
                <a:lnTo>
                  <a:pt x="0" y="0"/>
                </a:lnTo>
                <a:lnTo>
                  <a:pt x="0" y="72453"/>
                </a:lnTo>
                <a:lnTo>
                  <a:pt x="72453" y="72453"/>
                </a:lnTo>
                <a:lnTo>
                  <a:pt x="72453"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4" name="object 4"/>
          <p:cNvSpPr/>
          <p:nvPr/>
        </p:nvSpPr>
        <p:spPr>
          <a:xfrm>
            <a:off x="2398041" y="1641970"/>
            <a:ext cx="144710" cy="144710"/>
          </a:xfrm>
          <a:custGeom>
            <a:avLst/>
            <a:gdLst/>
            <a:ahLst/>
            <a:cxnLst/>
            <a:rect l="l" t="t" r="r" b="b"/>
            <a:pathLst>
              <a:path w="73025" h="73025">
                <a:moveTo>
                  <a:pt x="72453" y="0"/>
                </a:moveTo>
                <a:lnTo>
                  <a:pt x="0" y="0"/>
                </a:lnTo>
                <a:lnTo>
                  <a:pt x="0" y="72453"/>
                </a:lnTo>
                <a:lnTo>
                  <a:pt x="72453" y="72453"/>
                </a:lnTo>
                <a:lnTo>
                  <a:pt x="72453"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5" name="object 5"/>
          <p:cNvSpPr/>
          <p:nvPr/>
        </p:nvSpPr>
        <p:spPr>
          <a:xfrm>
            <a:off x="2398041" y="2323943"/>
            <a:ext cx="144710" cy="144710"/>
          </a:xfrm>
          <a:custGeom>
            <a:avLst/>
            <a:gdLst/>
            <a:ahLst/>
            <a:cxnLst/>
            <a:rect l="l" t="t" r="r" b="b"/>
            <a:pathLst>
              <a:path w="73025" h="73025">
                <a:moveTo>
                  <a:pt x="72453" y="0"/>
                </a:moveTo>
                <a:lnTo>
                  <a:pt x="0" y="0"/>
                </a:lnTo>
                <a:lnTo>
                  <a:pt x="0" y="72453"/>
                </a:lnTo>
                <a:lnTo>
                  <a:pt x="72453" y="72453"/>
                </a:lnTo>
                <a:lnTo>
                  <a:pt x="72453"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6" name="object 6"/>
          <p:cNvSpPr/>
          <p:nvPr/>
        </p:nvSpPr>
        <p:spPr>
          <a:xfrm>
            <a:off x="2398041" y="2965828"/>
            <a:ext cx="144710" cy="144710"/>
          </a:xfrm>
          <a:custGeom>
            <a:avLst/>
            <a:gdLst/>
            <a:ahLst/>
            <a:cxnLst/>
            <a:rect l="l" t="t" r="r" b="b"/>
            <a:pathLst>
              <a:path w="73025" h="73025">
                <a:moveTo>
                  <a:pt x="72453" y="0"/>
                </a:moveTo>
                <a:lnTo>
                  <a:pt x="0" y="0"/>
                </a:lnTo>
                <a:lnTo>
                  <a:pt x="0" y="72453"/>
                </a:lnTo>
                <a:lnTo>
                  <a:pt x="72453" y="72453"/>
                </a:lnTo>
                <a:lnTo>
                  <a:pt x="72453"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7" name="object 7"/>
          <p:cNvSpPr/>
          <p:nvPr/>
        </p:nvSpPr>
        <p:spPr>
          <a:xfrm>
            <a:off x="2959592" y="3279156"/>
            <a:ext cx="132127" cy="132127"/>
          </a:xfrm>
          <a:custGeom>
            <a:avLst/>
            <a:gdLst/>
            <a:ahLst/>
            <a:cxnLst/>
            <a:rect l="l" t="t" r="r" b="b"/>
            <a:pathLst>
              <a:path w="66675" h="66675">
                <a:moveTo>
                  <a:pt x="66167" y="0"/>
                </a:moveTo>
                <a:lnTo>
                  <a:pt x="0" y="0"/>
                </a:lnTo>
                <a:lnTo>
                  <a:pt x="0" y="66167"/>
                </a:lnTo>
                <a:lnTo>
                  <a:pt x="66167" y="66167"/>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8" name="object 8"/>
          <p:cNvSpPr/>
          <p:nvPr/>
        </p:nvSpPr>
        <p:spPr>
          <a:xfrm>
            <a:off x="2959592" y="3580026"/>
            <a:ext cx="132127" cy="132127"/>
          </a:xfrm>
          <a:custGeom>
            <a:avLst/>
            <a:gdLst/>
            <a:ahLst/>
            <a:cxnLst/>
            <a:rect l="l" t="t" r="r" b="b"/>
            <a:pathLst>
              <a:path w="66675" h="66675">
                <a:moveTo>
                  <a:pt x="66167" y="0"/>
                </a:moveTo>
                <a:lnTo>
                  <a:pt x="0" y="0"/>
                </a:lnTo>
                <a:lnTo>
                  <a:pt x="0" y="66166"/>
                </a:lnTo>
                <a:lnTo>
                  <a:pt x="66167" y="66166"/>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9" name="object 9"/>
          <p:cNvSpPr/>
          <p:nvPr/>
        </p:nvSpPr>
        <p:spPr>
          <a:xfrm>
            <a:off x="2959592" y="3880899"/>
            <a:ext cx="132127" cy="132127"/>
          </a:xfrm>
          <a:custGeom>
            <a:avLst/>
            <a:gdLst/>
            <a:ahLst/>
            <a:cxnLst/>
            <a:rect l="l" t="t" r="r" b="b"/>
            <a:pathLst>
              <a:path w="66675" h="66675">
                <a:moveTo>
                  <a:pt x="66167" y="0"/>
                </a:moveTo>
                <a:lnTo>
                  <a:pt x="0" y="0"/>
                </a:lnTo>
                <a:lnTo>
                  <a:pt x="0" y="66166"/>
                </a:lnTo>
                <a:lnTo>
                  <a:pt x="66167" y="66166"/>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10" name="object 10"/>
          <p:cNvSpPr/>
          <p:nvPr/>
        </p:nvSpPr>
        <p:spPr>
          <a:xfrm>
            <a:off x="2959592" y="4482665"/>
            <a:ext cx="132127" cy="132127"/>
          </a:xfrm>
          <a:custGeom>
            <a:avLst/>
            <a:gdLst/>
            <a:ahLst/>
            <a:cxnLst/>
            <a:rect l="l" t="t" r="r" b="b"/>
            <a:pathLst>
              <a:path w="66675" h="66675">
                <a:moveTo>
                  <a:pt x="66167" y="0"/>
                </a:moveTo>
                <a:lnTo>
                  <a:pt x="0" y="0"/>
                </a:lnTo>
                <a:lnTo>
                  <a:pt x="0" y="66167"/>
                </a:lnTo>
                <a:lnTo>
                  <a:pt x="66167" y="66167"/>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11" name="object 11"/>
          <p:cNvSpPr/>
          <p:nvPr/>
        </p:nvSpPr>
        <p:spPr>
          <a:xfrm>
            <a:off x="2959592" y="5084409"/>
            <a:ext cx="132127" cy="132127"/>
          </a:xfrm>
          <a:custGeom>
            <a:avLst/>
            <a:gdLst/>
            <a:ahLst/>
            <a:cxnLst/>
            <a:rect l="l" t="t" r="r" b="b"/>
            <a:pathLst>
              <a:path w="66675" h="66675">
                <a:moveTo>
                  <a:pt x="66167" y="0"/>
                </a:moveTo>
                <a:lnTo>
                  <a:pt x="0" y="0"/>
                </a:lnTo>
                <a:lnTo>
                  <a:pt x="0" y="66166"/>
                </a:lnTo>
                <a:lnTo>
                  <a:pt x="66167" y="66166"/>
                </a:lnTo>
                <a:lnTo>
                  <a:pt x="66167"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12" name="object 12"/>
          <p:cNvSpPr txBox="1"/>
          <p:nvPr/>
        </p:nvSpPr>
        <p:spPr>
          <a:xfrm>
            <a:off x="2653738" y="803855"/>
            <a:ext cx="7795470" cy="5856859"/>
          </a:xfrm>
          <a:prstGeom prst="rect">
            <a:avLst/>
          </a:prstGeom>
        </p:spPr>
        <p:txBody>
          <a:bodyPr vert="horz" wrap="square" lIns="0" tIns="13842" rIns="0" bIns="0" rtlCol="0">
            <a:spAutoFit/>
          </a:bodyPr>
          <a:lstStyle/>
          <a:p>
            <a:pPr marL="25168" marR="10067" defTabSz="1812066">
              <a:lnSpc>
                <a:spcPct val="103000"/>
              </a:lnSpc>
              <a:spcBef>
                <a:spcPts val="109"/>
              </a:spcBef>
            </a:pPr>
            <a:r>
              <a:rPr sz="2180" spc="-20" dirty="0">
                <a:solidFill>
                  <a:prstClr val="black"/>
                </a:solidFill>
                <a:latin typeface="Microsoft Sans Serif" panose="020B0604020202020204"/>
                <a:cs typeface="Microsoft Sans Serif" panose="020B0604020202020204"/>
              </a:rPr>
              <a:t>What</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is</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Journal:</a:t>
            </a:r>
            <a:r>
              <a:rPr sz="2180" spc="178"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a:t>
            </a:r>
            <a:r>
              <a:rPr sz="2180" spc="30" dirty="0">
                <a:solidFill>
                  <a:prstClr val="black"/>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reflective</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document</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that</a:t>
            </a:r>
            <a:r>
              <a:rPr sz="2180" spc="40" dirty="0">
                <a:solidFill>
                  <a:prstClr val="black"/>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provides</a:t>
            </a:r>
            <a:r>
              <a:rPr sz="2180" spc="3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personal, </a:t>
            </a:r>
            <a:r>
              <a:rPr sz="2180" spc="-555"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thoughtful</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analysis</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of</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individual</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participation/progress</a:t>
            </a:r>
            <a:endParaRPr sz="2180">
              <a:solidFill>
                <a:prstClr val="black"/>
              </a:solidFill>
              <a:latin typeface="Microsoft Sans Serif" panose="020B0604020202020204"/>
              <a:cs typeface="Microsoft Sans Serif" panose="020B0604020202020204"/>
            </a:endParaRPr>
          </a:p>
          <a:p>
            <a:pPr marL="25168" marR="50335" defTabSz="1812066">
              <a:lnSpc>
                <a:spcPct val="103000"/>
              </a:lnSpc>
            </a:pPr>
            <a:r>
              <a:rPr sz="2180" spc="-50" dirty="0">
                <a:solidFill>
                  <a:prstClr val="black"/>
                </a:solidFill>
                <a:latin typeface="Microsoft Sans Serif" panose="020B0604020202020204"/>
                <a:cs typeface="Microsoft Sans Serif" panose="020B0604020202020204"/>
              </a:rPr>
              <a:t>Why</a:t>
            </a:r>
            <a:r>
              <a:rPr sz="2180" spc="10" dirty="0">
                <a:solidFill>
                  <a:prstClr val="black"/>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keep</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a:t>
            </a:r>
            <a:r>
              <a:rPr sz="2180" spc="1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journal:</a:t>
            </a:r>
            <a:r>
              <a:rPr sz="2180" spc="149"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articulate</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what</a:t>
            </a:r>
            <a:r>
              <a:rPr sz="2180" spc="10" dirty="0">
                <a:solidFill>
                  <a:prstClr val="black"/>
                </a:solidFill>
                <a:latin typeface="Microsoft Sans Serif" panose="020B0604020202020204"/>
                <a:cs typeface="Microsoft Sans Serif" panose="020B0604020202020204"/>
              </a:rPr>
              <a:t> </a:t>
            </a:r>
            <a:r>
              <a:rPr sz="2180" spc="-40" dirty="0">
                <a:solidFill>
                  <a:prstClr val="black"/>
                </a:solidFill>
                <a:latin typeface="Microsoft Sans Serif" panose="020B0604020202020204"/>
                <a:cs typeface="Microsoft Sans Serif" panose="020B0604020202020204"/>
              </a:rPr>
              <a:t>you</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learned</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as</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leadership </a:t>
            </a:r>
            <a:r>
              <a:rPr sz="2180" spc="-545"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major</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and</a:t>
            </a:r>
            <a:r>
              <a:rPr sz="2180" spc="20" dirty="0">
                <a:solidFill>
                  <a:prstClr val="black"/>
                </a:solidFill>
                <a:latin typeface="Microsoft Sans Serif" panose="020B0604020202020204"/>
                <a:cs typeface="Microsoft Sans Serif" panose="020B0604020202020204"/>
              </a:rPr>
              <a:t> </a:t>
            </a:r>
            <a:r>
              <a:rPr sz="2180" spc="-40" dirty="0">
                <a:solidFill>
                  <a:prstClr val="black"/>
                </a:solidFill>
                <a:latin typeface="Microsoft Sans Serif" panose="020B0604020202020204"/>
                <a:cs typeface="Microsoft Sans Serif" panose="020B0604020202020204"/>
              </a:rPr>
              <a:t>why</a:t>
            </a:r>
            <a:r>
              <a:rPr sz="2180" spc="20" dirty="0">
                <a:solidFill>
                  <a:prstClr val="black"/>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you</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do</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things</a:t>
            </a:r>
            <a:r>
              <a:rPr sz="2180" spc="20" dirty="0">
                <a:solidFill>
                  <a:prstClr val="black"/>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you</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do</a:t>
            </a:r>
            <a:endParaRPr sz="2180">
              <a:solidFill>
                <a:prstClr val="black"/>
              </a:solidFill>
              <a:latin typeface="Microsoft Sans Serif" panose="020B0604020202020204"/>
              <a:cs typeface="Microsoft Sans Serif" panose="020B0604020202020204"/>
            </a:endParaRPr>
          </a:p>
          <a:p>
            <a:pPr marL="25168" marR="726085" defTabSz="1812066">
              <a:lnSpc>
                <a:spcPct val="103000"/>
              </a:lnSpc>
            </a:pPr>
            <a:r>
              <a:rPr sz="2180" spc="-20" dirty="0">
                <a:solidFill>
                  <a:prstClr val="black"/>
                </a:solidFill>
                <a:latin typeface="Microsoft Sans Serif" panose="020B0604020202020204"/>
                <a:cs typeface="Microsoft Sans Serif" panose="020B0604020202020204"/>
              </a:rPr>
              <a:t>Submit weekly </a:t>
            </a:r>
            <a:r>
              <a:rPr sz="2180" spc="-10" dirty="0">
                <a:solidFill>
                  <a:prstClr val="black"/>
                </a:solidFill>
                <a:latin typeface="Microsoft Sans Serif" panose="020B0604020202020204"/>
                <a:cs typeface="Microsoft Sans Serif" panose="020B0604020202020204"/>
              </a:rPr>
              <a:t>journal </a:t>
            </a:r>
            <a:r>
              <a:rPr sz="2180" spc="-20" dirty="0">
                <a:solidFill>
                  <a:prstClr val="black"/>
                </a:solidFill>
                <a:latin typeface="Microsoft Sans Serif" panose="020B0604020202020204"/>
                <a:cs typeface="Microsoft Sans Serif" panose="020B0604020202020204"/>
              </a:rPr>
              <a:t>entries.</a:t>
            </a:r>
            <a:r>
              <a:rPr sz="2180" spc="-10" dirty="0">
                <a:solidFill>
                  <a:prstClr val="black"/>
                </a:solidFill>
                <a:latin typeface="Microsoft Sans Serif" panose="020B0604020202020204"/>
                <a:cs typeface="Microsoft Sans Serif" panose="020B0604020202020204"/>
              </a:rPr>
              <a:t> At the </a:t>
            </a:r>
            <a:r>
              <a:rPr sz="2180" spc="-20" dirty="0">
                <a:solidFill>
                  <a:prstClr val="black"/>
                </a:solidFill>
                <a:latin typeface="Microsoft Sans Serif" panose="020B0604020202020204"/>
                <a:cs typeface="Microsoft Sans Serif" panose="020B0604020202020204"/>
              </a:rPr>
              <a:t>end </a:t>
            </a:r>
            <a:r>
              <a:rPr sz="2180" spc="-10" dirty="0">
                <a:solidFill>
                  <a:prstClr val="black"/>
                </a:solidFill>
                <a:latin typeface="Microsoft Sans Serif" panose="020B0604020202020204"/>
                <a:cs typeface="Microsoft Sans Serif" panose="020B0604020202020204"/>
              </a:rPr>
              <a:t>of the </a:t>
            </a:r>
            <a:r>
              <a:rPr sz="2180" spc="-30" dirty="0">
                <a:solidFill>
                  <a:prstClr val="black"/>
                </a:solidFill>
                <a:latin typeface="Microsoft Sans Serif" panose="020B0604020202020204"/>
                <a:cs typeface="Microsoft Sans Serif" panose="020B0604020202020204"/>
              </a:rPr>
              <a:t>semester, </a:t>
            </a:r>
            <a:r>
              <a:rPr sz="2180" spc="-555"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submit</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full,</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aggregated</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collection</a:t>
            </a:r>
            <a:r>
              <a:rPr sz="2180" spc="3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of</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entries</a:t>
            </a:r>
            <a:endParaRPr sz="2180">
              <a:solidFill>
                <a:prstClr val="black"/>
              </a:solidFill>
              <a:latin typeface="Microsoft Sans Serif" panose="020B0604020202020204"/>
              <a:cs typeface="Microsoft Sans Serif" panose="020B0604020202020204"/>
            </a:endParaRPr>
          </a:p>
          <a:p>
            <a:pPr marL="25168" defTabSz="1812066">
              <a:lnSpc>
                <a:spcPts val="2348"/>
              </a:lnSpc>
            </a:pPr>
            <a:r>
              <a:rPr sz="2180" spc="-10" dirty="0">
                <a:solidFill>
                  <a:prstClr val="black"/>
                </a:solidFill>
                <a:latin typeface="Microsoft Sans Serif" panose="020B0604020202020204"/>
                <a:cs typeface="Microsoft Sans Serif" panose="020B0604020202020204"/>
              </a:rPr>
              <a:t>“thoughtful”</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Journal</a:t>
            </a:r>
            <a:r>
              <a:rPr sz="2180" spc="-20" dirty="0">
                <a:solidFill>
                  <a:prstClr val="black"/>
                </a:solidFill>
                <a:latin typeface="Microsoft Sans Serif" panose="020B0604020202020204"/>
                <a:cs typeface="Microsoft Sans Serif" panose="020B0604020202020204"/>
              </a:rPr>
              <a:t> </a:t>
            </a:r>
            <a:r>
              <a:rPr sz="2180" dirty="0">
                <a:solidFill>
                  <a:prstClr val="black"/>
                </a:solidFill>
                <a:latin typeface="Microsoft Sans Serif" panose="020B0604020202020204"/>
                <a:cs typeface="Microsoft Sans Serif" panose="020B0604020202020204"/>
              </a:rPr>
              <a:t>entry</a:t>
            </a:r>
            <a:endParaRPr sz="2180">
              <a:solidFill>
                <a:prstClr val="black"/>
              </a:solidFill>
              <a:latin typeface="Microsoft Sans Serif" panose="020B0604020202020204"/>
              <a:cs typeface="Microsoft Sans Serif" panose="020B0604020202020204"/>
            </a:endParaRPr>
          </a:p>
          <a:p>
            <a:pPr marL="573821" marR="2520534" defTabSz="1812066">
              <a:lnSpc>
                <a:spcPts val="2378"/>
              </a:lnSpc>
              <a:spcBef>
                <a:spcPts val="59"/>
              </a:spcBef>
            </a:pPr>
            <a:r>
              <a:rPr sz="1982" spc="-10" dirty="0">
                <a:solidFill>
                  <a:prstClr val="black"/>
                </a:solidFill>
                <a:latin typeface="Microsoft Sans Serif" panose="020B0604020202020204"/>
                <a:cs typeface="Microsoft Sans Serif" panose="020B0604020202020204"/>
              </a:rPr>
              <a:t>What</a:t>
            </a:r>
            <a:r>
              <a:rPr sz="1982" spc="1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did</a:t>
            </a:r>
            <a:r>
              <a:rPr sz="1982" spc="10"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you</a:t>
            </a:r>
            <a:r>
              <a:rPr sz="1982" spc="10" dirty="0">
                <a:solidFill>
                  <a:prstClr val="black"/>
                </a:solidFill>
                <a:latin typeface="Microsoft Sans Serif" panose="020B0604020202020204"/>
                <a:cs typeface="Microsoft Sans Serif" panose="020B0604020202020204"/>
              </a:rPr>
              <a:t> </a:t>
            </a:r>
            <a:r>
              <a:rPr sz="1982" dirty="0">
                <a:solidFill>
                  <a:prstClr val="black"/>
                </a:solidFill>
                <a:latin typeface="Microsoft Sans Serif" panose="020B0604020202020204"/>
                <a:cs typeface="Microsoft Sans Serif" panose="020B0604020202020204"/>
              </a:rPr>
              <a:t>learn</a:t>
            </a:r>
            <a:r>
              <a:rPr sz="1982" spc="1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during</a:t>
            </a:r>
            <a:r>
              <a:rPr sz="1982" spc="1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this</a:t>
            </a:r>
            <a:r>
              <a:rPr sz="1982" spc="1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interaction? </a:t>
            </a:r>
            <a:r>
              <a:rPr sz="1982" spc="-495"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What</a:t>
            </a:r>
            <a:r>
              <a:rPr sz="1982" spc="1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did</a:t>
            </a:r>
            <a:r>
              <a:rPr sz="1982" spc="20"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you</a:t>
            </a:r>
            <a:r>
              <a:rPr sz="1982" spc="1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contribute?</a:t>
            </a:r>
            <a:endParaRPr sz="1982">
              <a:solidFill>
                <a:prstClr val="black"/>
              </a:solidFill>
              <a:latin typeface="Microsoft Sans Serif" panose="020B0604020202020204"/>
              <a:cs typeface="Microsoft Sans Serif" panose="020B0604020202020204"/>
            </a:endParaRPr>
          </a:p>
          <a:p>
            <a:pPr marL="573821" defTabSz="1812066">
              <a:lnSpc>
                <a:spcPts val="2279"/>
              </a:lnSpc>
            </a:pPr>
            <a:r>
              <a:rPr sz="1982" spc="-10" dirty="0">
                <a:solidFill>
                  <a:prstClr val="black"/>
                </a:solidFill>
                <a:latin typeface="Microsoft Sans Serif" panose="020B0604020202020204"/>
                <a:cs typeface="Microsoft Sans Serif" panose="020B0604020202020204"/>
              </a:rPr>
              <a:t>Independent</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research/readings</a:t>
            </a:r>
            <a:r>
              <a:rPr sz="1982" spc="20"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you</a:t>
            </a:r>
            <a:r>
              <a:rPr sz="1982" spc="30"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have</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done</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to</a:t>
            </a:r>
            <a:r>
              <a:rPr sz="1982" spc="30" dirty="0">
                <a:solidFill>
                  <a:prstClr val="black"/>
                </a:solidFill>
                <a:latin typeface="Microsoft Sans Serif" panose="020B0604020202020204"/>
                <a:cs typeface="Microsoft Sans Serif" panose="020B0604020202020204"/>
              </a:rPr>
              <a:t> </a:t>
            </a:r>
            <a:r>
              <a:rPr sz="1982" dirty="0">
                <a:solidFill>
                  <a:prstClr val="black"/>
                </a:solidFill>
                <a:latin typeface="Microsoft Sans Serif" panose="020B0604020202020204"/>
                <a:cs typeface="Microsoft Sans Serif" panose="020B0604020202020204"/>
              </a:rPr>
              <a:t>support</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the</a:t>
            </a:r>
            <a:endParaRPr sz="1982">
              <a:solidFill>
                <a:prstClr val="black"/>
              </a:solidFill>
              <a:latin typeface="Microsoft Sans Serif" panose="020B0604020202020204"/>
              <a:cs typeface="Microsoft Sans Serif" panose="020B0604020202020204"/>
            </a:endParaRPr>
          </a:p>
          <a:p>
            <a:pPr marL="573821" defTabSz="1812066">
              <a:lnSpc>
                <a:spcPts val="2368"/>
              </a:lnSpc>
            </a:pPr>
            <a:r>
              <a:rPr sz="1982" spc="-10" dirty="0">
                <a:solidFill>
                  <a:prstClr val="black"/>
                </a:solidFill>
                <a:latin typeface="Microsoft Sans Serif" panose="020B0604020202020204"/>
                <a:cs typeface="Microsoft Sans Serif" panose="020B0604020202020204"/>
              </a:rPr>
              <a:t>project</a:t>
            </a:r>
            <a:endParaRPr sz="1982">
              <a:solidFill>
                <a:prstClr val="black"/>
              </a:solidFill>
              <a:latin typeface="Microsoft Sans Serif" panose="020B0604020202020204"/>
              <a:cs typeface="Microsoft Sans Serif" panose="020B0604020202020204"/>
            </a:endParaRPr>
          </a:p>
          <a:p>
            <a:pPr marL="573821" marR="190015" defTabSz="1812066">
              <a:lnSpc>
                <a:spcPts val="2378"/>
              </a:lnSpc>
              <a:spcBef>
                <a:spcPts val="69"/>
              </a:spcBef>
            </a:pPr>
            <a:r>
              <a:rPr sz="1982" spc="-20" dirty="0">
                <a:solidFill>
                  <a:prstClr val="black"/>
                </a:solidFill>
                <a:latin typeface="Microsoft Sans Serif" panose="020B0604020202020204"/>
                <a:cs typeface="Microsoft Sans Serif" panose="020B0604020202020204"/>
              </a:rPr>
              <a:t>New</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technological</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skills</a:t>
            </a:r>
            <a:r>
              <a:rPr sz="1982" spc="30"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you</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need</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to</a:t>
            </a:r>
            <a:r>
              <a:rPr sz="1982" spc="20"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develop</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and</a:t>
            </a:r>
            <a:r>
              <a:rPr sz="1982" spc="20"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your</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plans</a:t>
            </a:r>
            <a:r>
              <a:rPr sz="1982" spc="20"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for </a:t>
            </a:r>
            <a:r>
              <a:rPr sz="1982" spc="-495"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going</a:t>
            </a:r>
            <a:r>
              <a:rPr sz="1982" spc="1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about</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doing</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that</a:t>
            </a:r>
            <a:endParaRPr sz="1982">
              <a:solidFill>
                <a:prstClr val="black"/>
              </a:solidFill>
              <a:latin typeface="Microsoft Sans Serif" panose="020B0604020202020204"/>
              <a:cs typeface="Microsoft Sans Serif" panose="020B0604020202020204"/>
            </a:endParaRPr>
          </a:p>
          <a:p>
            <a:pPr marL="573821" defTabSz="1812066">
              <a:lnSpc>
                <a:spcPts val="2279"/>
              </a:lnSpc>
            </a:pPr>
            <a:r>
              <a:rPr sz="1982" spc="-10" dirty="0">
                <a:solidFill>
                  <a:prstClr val="black"/>
                </a:solidFill>
                <a:latin typeface="Microsoft Sans Serif" panose="020B0604020202020204"/>
                <a:cs typeface="Microsoft Sans Serif" panose="020B0604020202020204"/>
              </a:rPr>
              <a:t>What</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happened</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when</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I</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tried</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something</a:t>
            </a:r>
            <a:r>
              <a:rPr sz="1982" spc="20"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new?</a:t>
            </a:r>
            <a:r>
              <a:rPr sz="1982" spc="159" dirty="0">
                <a:solidFill>
                  <a:prstClr val="black"/>
                </a:solidFill>
                <a:latin typeface="Microsoft Sans Serif" panose="020B0604020202020204"/>
                <a:cs typeface="Microsoft Sans Serif" panose="020B0604020202020204"/>
              </a:rPr>
              <a:t> </a:t>
            </a:r>
            <a:r>
              <a:rPr sz="1982" spc="-30" dirty="0">
                <a:solidFill>
                  <a:prstClr val="black"/>
                </a:solidFill>
                <a:latin typeface="Microsoft Sans Serif" panose="020B0604020202020204"/>
                <a:cs typeface="Microsoft Sans Serif" panose="020B0604020202020204"/>
              </a:rPr>
              <a:t>Why</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did</a:t>
            </a:r>
            <a:r>
              <a:rPr sz="1982" spc="3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I</a:t>
            </a:r>
            <a:r>
              <a:rPr sz="1982" spc="20" dirty="0">
                <a:solidFill>
                  <a:prstClr val="black"/>
                </a:solidFill>
                <a:latin typeface="Microsoft Sans Serif" panose="020B0604020202020204"/>
                <a:cs typeface="Microsoft Sans Serif" panose="020B0604020202020204"/>
              </a:rPr>
              <a:t> </a:t>
            </a:r>
            <a:r>
              <a:rPr sz="1982" spc="-10" dirty="0">
                <a:solidFill>
                  <a:prstClr val="black"/>
                </a:solidFill>
                <a:latin typeface="Microsoft Sans Serif" panose="020B0604020202020204"/>
                <a:cs typeface="Microsoft Sans Serif" panose="020B0604020202020204"/>
              </a:rPr>
              <a:t>success</a:t>
            </a:r>
            <a:endParaRPr sz="1982">
              <a:solidFill>
                <a:prstClr val="black"/>
              </a:solidFill>
              <a:latin typeface="Microsoft Sans Serif" panose="020B0604020202020204"/>
              <a:cs typeface="Microsoft Sans Serif" panose="020B0604020202020204"/>
            </a:endParaRPr>
          </a:p>
          <a:p>
            <a:pPr marL="573821" defTabSz="1812066">
              <a:lnSpc>
                <a:spcPts val="2378"/>
              </a:lnSpc>
            </a:pPr>
            <a:r>
              <a:rPr sz="1982" spc="-10" dirty="0">
                <a:solidFill>
                  <a:prstClr val="black"/>
                </a:solidFill>
                <a:latin typeface="Microsoft Sans Serif" panose="020B0604020202020204"/>
                <a:cs typeface="Microsoft Sans Serif" panose="020B0604020202020204"/>
              </a:rPr>
              <a:t>or</a:t>
            </a:r>
            <a:r>
              <a:rPr sz="1982" spc="-69" dirty="0">
                <a:solidFill>
                  <a:prstClr val="black"/>
                </a:solidFill>
                <a:latin typeface="Microsoft Sans Serif" panose="020B0604020202020204"/>
                <a:cs typeface="Microsoft Sans Serif" panose="020B0604020202020204"/>
              </a:rPr>
              <a:t> </a:t>
            </a:r>
            <a:r>
              <a:rPr sz="1982" spc="-20" dirty="0">
                <a:solidFill>
                  <a:prstClr val="black"/>
                </a:solidFill>
                <a:latin typeface="Microsoft Sans Serif" panose="020B0604020202020204"/>
                <a:cs typeface="Microsoft Sans Serif" panose="020B0604020202020204"/>
              </a:rPr>
              <a:t>fail?</a:t>
            </a:r>
            <a:endParaRPr sz="1982">
              <a:solidFill>
                <a:prstClr val="black"/>
              </a:solidFill>
              <a:latin typeface="Microsoft Sans Serif" panose="020B0604020202020204"/>
              <a:cs typeface="Microsoft Sans Serif" panose="020B0604020202020204"/>
            </a:endParaRPr>
          </a:p>
          <a:p>
            <a:pPr marL="25168" marR="47818" defTabSz="1812066">
              <a:lnSpc>
                <a:spcPct val="103000"/>
              </a:lnSpc>
              <a:spcBef>
                <a:spcPts val="40"/>
              </a:spcBef>
            </a:pPr>
            <a:r>
              <a:rPr sz="2180" spc="-119" dirty="0">
                <a:solidFill>
                  <a:prstClr val="black"/>
                </a:solidFill>
                <a:latin typeface="Microsoft Sans Serif" panose="020B0604020202020204"/>
                <a:cs typeface="Microsoft Sans Serif" panose="020B0604020202020204"/>
              </a:rPr>
              <a:t>You</a:t>
            </a:r>
            <a:r>
              <a:rPr sz="2180" spc="-109"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should be </a:t>
            </a:r>
            <a:r>
              <a:rPr sz="2180" spc="-10" dirty="0">
                <a:solidFill>
                  <a:prstClr val="black"/>
                </a:solidFill>
                <a:latin typeface="Microsoft Sans Serif" panose="020B0604020202020204"/>
                <a:cs typeface="Microsoft Sans Serif" panose="020B0604020202020204"/>
              </a:rPr>
              <a:t>honest </a:t>
            </a:r>
            <a:r>
              <a:rPr sz="2180" spc="-20" dirty="0">
                <a:solidFill>
                  <a:prstClr val="black"/>
                </a:solidFill>
                <a:latin typeface="Microsoft Sans Serif" panose="020B0604020202020204"/>
                <a:cs typeface="Microsoft Sans Serif" panose="020B0604020202020204"/>
              </a:rPr>
              <a:t>in </a:t>
            </a:r>
            <a:r>
              <a:rPr sz="2180" spc="-30" dirty="0">
                <a:solidFill>
                  <a:prstClr val="black"/>
                </a:solidFill>
                <a:latin typeface="Microsoft Sans Serif" panose="020B0604020202020204"/>
                <a:cs typeface="Microsoft Sans Serif" panose="020B0604020202020204"/>
              </a:rPr>
              <a:t>your </a:t>
            </a:r>
            <a:r>
              <a:rPr sz="2180" spc="-10" dirty="0">
                <a:solidFill>
                  <a:prstClr val="black"/>
                </a:solidFill>
                <a:latin typeface="Microsoft Sans Serif" panose="020B0604020202020204"/>
                <a:cs typeface="Microsoft Sans Serif" panose="020B0604020202020204"/>
              </a:rPr>
              <a:t>journal </a:t>
            </a:r>
            <a:r>
              <a:rPr sz="2180" spc="-20" dirty="0">
                <a:solidFill>
                  <a:prstClr val="black"/>
                </a:solidFill>
                <a:latin typeface="Microsoft Sans Serif" panose="020B0604020202020204"/>
                <a:cs typeface="Microsoft Sans Serif" panose="020B0604020202020204"/>
              </a:rPr>
              <a:t>entries.</a:t>
            </a:r>
            <a:r>
              <a:rPr sz="2180" spc="-10" dirty="0">
                <a:solidFill>
                  <a:prstClr val="black"/>
                </a:solidFill>
                <a:latin typeface="Microsoft Sans Serif" panose="020B0604020202020204"/>
                <a:cs typeface="Microsoft Sans Serif" panose="020B0604020202020204"/>
              </a:rPr>
              <a:t> If </a:t>
            </a:r>
            <a:r>
              <a:rPr sz="2180" spc="-30" dirty="0">
                <a:solidFill>
                  <a:prstClr val="black"/>
                </a:solidFill>
                <a:latin typeface="Microsoft Sans Serif" panose="020B0604020202020204"/>
                <a:cs typeface="Microsoft Sans Serif" panose="020B0604020202020204"/>
              </a:rPr>
              <a:t>you </a:t>
            </a:r>
            <a:r>
              <a:rPr sz="2180" spc="-40" dirty="0">
                <a:solidFill>
                  <a:prstClr val="black"/>
                </a:solidFill>
                <a:latin typeface="Microsoft Sans Serif" panose="020B0604020202020204"/>
                <a:cs typeface="Microsoft Sans Serif" panose="020B0604020202020204"/>
              </a:rPr>
              <a:t>have </a:t>
            </a:r>
            <a:r>
              <a:rPr sz="2180" spc="-10" dirty="0">
                <a:solidFill>
                  <a:prstClr val="black"/>
                </a:solidFill>
                <a:latin typeface="Microsoft Sans Serif" panose="020B0604020202020204"/>
                <a:cs typeface="Microsoft Sans Serif" panose="020B0604020202020204"/>
              </a:rPr>
              <a:t>not </a:t>
            </a:r>
            <a:r>
              <a:rPr sz="2180" dirty="0">
                <a:solidFill>
                  <a:prstClr val="black"/>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spent</a:t>
            </a:r>
            <a:r>
              <a:rPr sz="2180" spc="10" dirty="0">
                <a:solidFill>
                  <a:prstClr val="black"/>
                </a:solidFill>
                <a:latin typeface="Microsoft Sans Serif" panose="020B0604020202020204"/>
                <a:cs typeface="Microsoft Sans Serif" panose="020B0604020202020204"/>
              </a:rPr>
              <a:t> </a:t>
            </a:r>
            <a:r>
              <a:rPr sz="2180" spc="-40" dirty="0">
                <a:solidFill>
                  <a:prstClr val="black"/>
                </a:solidFill>
                <a:latin typeface="Microsoft Sans Serif" panose="020B0604020202020204"/>
                <a:cs typeface="Microsoft Sans Serif" panose="020B0604020202020204"/>
              </a:rPr>
              <a:t>any</a:t>
            </a:r>
            <a:r>
              <a:rPr sz="2180" spc="10" dirty="0">
                <a:solidFill>
                  <a:prstClr val="black"/>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time</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or</a:t>
            </a:r>
            <a:r>
              <a:rPr sz="2180" spc="10" dirty="0">
                <a:solidFill>
                  <a:prstClr val="black"/>
                </a:solidFill>
                <a:latin typeface="Microsoft Sans Serif" panose="020B0604020202020204"/>
                <a:cs typeface="Microsoft Sans Serif" panose="020B0604020202020204"/>
              </a:rPr>
              <a:t> </a:t>
            </a:r>
            <a:r>
              <a:rPr sz="2180" spc="-40" dirty="0">
                <a:solidFill>
                  <a:prstClr val="black"/>
                </a:solidFill>
                <a:latin typeface="Microsoft Sans Serif" panose="020B0604020202020204"/>
                <a:cs typeface="Microsoft Sans Serif" panose="020B0604020202020204"/>
              </a:rPr>
              <a:t>given</a:t>
            </a:r>
            <a:r>
              <a:rPr sz="2180" spc="10" dirty="0">
                <a:solidFill>
                  <a:prstClr val="black"/>
                </a:solidFill>
                <a:latin typeface="Microsoft Sans Serif" panose="020B0604020202020204"/>
                <a:cs typeface="Microsoft Sans Serif" panose="020B0604020202020204"/>
              </a:rPr>
              <a:t> </a:t>
            </a:r>
            <a:r>
              <a:rPr sz="2180" spc="-40" dirty="0">
                <a:solidFill>
                  <a:prstClr val="black"/>
                </a:solidFill>
                <a:latin typeface="Microsoft Sans Serif" panose="020B0604020202020204"/>
                <a:cs typeface="Microsoft Sans Serif" panose="020B0604020202020204"/>
              </a:rPr>
              <a:t>any</a:t>
            </a:r>
            <a:r>
              <a:rPr sz="2180" spc="10" dirty="0">
                <a:solidFill>
                  <a:prstClr val="black"/>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thought</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to</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this</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course/project</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during </a:t>
            </a:r>
            <a:r>
              <a:rPr sz="2180" spc="-545"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a:t>
            </a:r>
            <a:r>
              <a:rPr sz="2180" spc="1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week,</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then</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that</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is</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what</a:t>
            </a:r>
            <a:r>
              <a:rPr sz="2180" spc="10" dirty="0">
                <a:solidFill>
                  <a:prstClr val="black"/>
                </a:solidFill>
                <a:latin typeface="Microsoft Sans Serif" panose="020B0604020202020204"/>
                <a:cs typeface="Microsoft Sans Serif" panose="020B0604020202020204"/>
              </a:rPr>
              <a:t> </a:t>
            </a:r>
            <a:r>
              <a:rPr sz="2180" spc="-30" dirty="0">
                <a:solidFill>
                  <a:prstClr val="black"/>
                </a:solidFill>
                <a:latin typeface="Microsoft Sans Serif" panose="020B0604020202020204"/>
                <a:cs typeface="Microsoft Sans Serif" panose="020B0604020202020204"/>
              </a:rPr>
              <a:t>you</a:t>
            </a:r>
            <a:r>
              <a:rPr sz="2180" spc="20" dirty="0">
                <a:solidFill>
                  <a:prstClr val="black"/>
                </a:solidFill>
                <a:latin typeface="Microsoft Sans Serif" panose="020B0604020202020204"/>
                <a:cs typeface="Microsoft Sans Serif" panose="020B0604020202020204"/>
              </a:rPr>
              <a:t> </a:t>
            </a:r>
            <a:r>
              <a:rPr sz="2180" spc="-20" dirty="0">
                <a:solidFill>
                  <a:prstClr val="black"/>
                </a:solidFill>
                <a:latin typeface="Microsoft Sans Serif" panose="020B0604020202020204"/>
                <a:cs typeface="Microsoft Sans Serif" panose="020B0604020202020204"/>
              </a:rPr>
              <a:t>should</a:t>
            </a:r>
            <a:r>
              <a:rPr sz="2180" spc="20" dirty="0">
                <a:solidFill>
                  <a:prstClr val="black"/>
                </a:solidFill>
                <a:latin typeface="Microsoft Sans Serif" panose="020B0604020202020204"/>
                <a:cs typeface="Microsoft Sans Serif" panose="020B0604020202020204"/>
              </a:rPr>
              <a:t> </a:t>
            </a:r>
            <a:r>
              <a:rPr sz="2180" spc="-10" dirty="0">
                <a:solidFill>
                  <a:prstClr val="black"/>
                </a:solidFill>
                <a:latin typeface="Microsoft Sans Serif" panose="020B0604020202020204"/>
                <a:cs typeface="Microsoft Sans Serif" panose="020B0604020202020204"/>
              </a:rPr>
              <a:t>record.</a:t>
            </a:r>
            <a:endParaRPr sz="2180">
              <a:solidFill>
                <a:prstClr val="black"/>
              </a:solidFill>
              <a:latin typeface="Microsoft Sans Serif" panose="020B0604020202020204"/>
              <a:cs typeface="Microsoft Sans Serif" panose="020B0604020202020204"/>
            </a:endParaRPr>
          </a:p>
        </p:txBody>
      </p:sp>
      <p:sp>
        <p:nvSpPr>
          <p:cNvPr id="13" name="object 13"/>
          <p:cNvSpPr/>
          <p:nvPr/>
        </p:nvSpPr>
        <p:spPr>
          <a:xfrm>
            <a:off x="2398041" y="5713809"/>
            <a:ext cx="144710" cy="144710"/>
          </a:xfrm>
          <a:custGeom>
            <a:avLst/>
            <a:gdLst/>
            <a:ahLst/>
            <a:cxnLst/>
            <a:rect l="l" t="t" r="r" b="b"/>
            <a:pathLst>
              <a:path w="73025" h="73025">
                <a:moveTo>
                  <a:pt x="72453" y="0"/>
                </a:moveTo>
                <a:lnTo>
                  <a:pt x="0" y="0"/>
                </a:lnTo>
                <a:lnTo>
                  <a:pt x="0" y="72453"/>
                </a:lnTo>
                <a:lnTo>
                  <a:pt x="72453" y="72453"/>
                </a:lnTo>
                <a:lnTo>
                  <a:pt x="72453" y="0"/>
                </a:lnTo>
                <a:close/>
              </a:path>
            </a:pathLst>
          </a:custGeom>
          <a:solidFill>
            <a:srgbClr val="6D6E71"/>
          </a:solidFill>
        </p:spPr>
        <p:txBody>
          <a:bodyPr wrap="square" lIns="0" tIns="0" rIns="0" bIns="0" rtlCol="0"/>
          <a:lstStyle/>
          <a:p>
            <a:pPr defTabSz="1812066"/>
            <a:endParaRPr sz="3567">
              <a:solidFill>
                <a:prstClr val="black"/>
              </a:solidFill>
              <a:latin typeface="Calibri"/>
            </a:endParaRPr>
          </a:p>
        </p:txBody>
      </p:sp>
      <p:sp>
        <p:nvSpPr>
          <p:cNvPr id="15" name="object 15"/>
          <p:cNvSpPr txBox="1">
            <a:spLocks noGrp="1"/>
          </p:cNvSpPr>
          <p:nvPr>
            <p:ph type="dt" sz="half" idx="6"/>
          </p:nvPr>
        </p:nvSpPr>
        <p:spPr>
          <a:xfrm>
            <a:off x="2408282" y="13082829"/>
            <a:ext cx="3893600"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Swakkhar</a:t>
            </a:r>
            <a:r>
              <a:rPr spc="-59" dirty="0">
                <a:solidFill>
                  <a:prstClr val="white"/>
                </a:solidFill>
              </a:rPr>
              <a:t> </a:t>
            </a:r>
            <a:r>
              <a:rPr spc="-10" dirty="0">
                <a:solidFill>
                  <a:prstClr val="white"/>
                </a:solidFill>
              </a:rPr>
              <a:t>Shatabda</a:t>
            </a:r>
          </a:p>
        </p:txBody>
      </p:sp>
      <p:sp>
        <p:nvSpPr>
          <p:cNvPr id="16" name="object 16"/>
          <p:cNvSpPr txBox="1"/>
          <p:nvPr/>
        </p:nvSpPr>
        <p:spPr>
          <a:xfrm>
            <a:off x="5288559" y="6601983"/>
            <a:ext cx="937470" cy="199518"/>
          </a:xfrm>
          <a:prstGeom prst="rect">
            <a:avLst/>
          </a:prstGeom>
        </p:spPr>
        <p:txBody>
          <a:bodyPr vert="horz" wrap="square" lIns="0" tIns="16359" rIns="0" bIns="0" rtlCol="0">
            <a:spAutoFit/>
          </a:bodyPr>
          <a:lstStyle/>
          <a:p>
            <a:pPr marL="25168" defTabSz="1812066">
              <a:spcBef>
                <a:spcPts val="129"/>
              </a:spcBef>
            </a:pPr>
            <a:r>
              <a:rPr sz="1189" b="1" spc="-10" dirty="0">
                <a:solidFill>
                  <a:srgbClr val="FFFFFF"/>
                </a:solidFill>
                <a:latin typeface="Arial" panose="020B0604020202020204"/>
                <a:cs typeface="Arial" panose="020B0604020202020204"/>
                <a:hlinkClick r:id="rId2" action="ppaction://hlinksldjump"/>
              </a:rPr>
              <a:t>Assessment</a:t>
            </a:r>
            <a:endParaRPr sz="1189">
              <a:solidFill>
                <a:prstClr val="black"/>
              </a:solidFill>
              <a:latin typeface="Arial" panose="020B0604020202020204"/>
              <a:cs typeface="Arial" panose="020B0604020202020204"/>
            </a:endParaRPr>
          </a:p>
        </p:txBody>
      </p:sp>
      <p:sp>
        <p:nvSpPr>
          <p:cNvPr id="17" name="object 17"/>
          <p:cNvSpPr txBox="1">
            <a:spLocks noGrp="1"/>
          </p:cNvSpPr>
          <p:nvPr>
            <p:ph type="ftr" sz="quarter" idx="5"/>
          </p:nvPr>
        </p:nvSpPr>
        <p:spPr>
          <a:xfrm>
            <a:off x="20650673" y="13082827"/>
            <a:ext cx="3773793" cy="199518"/>
          </a:xfrm>
          <a:prstGeom prst="rect">
            <a:avLst/>
          </a:prstGeom>
        </p:spPr>
        <p:txBody>
          <a:bodyPr vert="horz" wrap="square" lIns="0" tIns="16359" rIns="0" bIns="0" rtlCol="0">
            <a:spAutoFit/>
          </a:bodyPr>
          <a:lstStyle/>
          <a:p>
            <a:pPr marL="25168" defTabSz="1812066">
              <a:spcBef>
                <a:spcPts val="129"/>
              </a:spcBef>
            </a:pPr>
            <a:r>
              <a:rPr spc="-10" dirty="0">
                <a:solidFill>
                  <a:prstClr val="white"/>
                </a:solidFill>
              </a:rPr>
              <a:t>7th</a:t>
            </a:r>
            <a:r>
              <a:rPr spc="-59" dirty="0">
                <a:solidFill>
                  <a:prstClr val="white"/>
                </a:solidFill>
              </a:rPr>
              <a:t> </a:t>
            </a:r>
            <a:r>
              <a:rPr spc="-10" dirty="0">
                <a:solidFill>
                  <a:prstClr val="white"/>
                </a:solidFill>
              </a:rPr>
              <a:t>November</a:t>
            </a:r>
            <a:r>
              <a:rPr spc="-50" dirty="0">
                <a:solidFill>
                  <a:prstClr val="white"/>
                </a:solidFill>
              </a:rPr>
              <a:t> </a:t>
            </a:r>
            <a:r>
              <a:rPr spc="-10" dirty="0">
                <a:solidFill>
                  <a:prstClr val="white"/>
                </a:solidFill>
              </a:rPr>
              <a:t>2021</a:t>
            </a:r>
          </a:p>
        </p:txBody>
      </p:sp>
      <p:sp>
        <p:nvSpPr>
          <p:cNvPr id="18" name="object 18"/>
          <p:cNvSpPr txBox="1">
            <a:spLocks noGrp="1"/>
          </p:cNvSpPr>
          <p:nvPr>
            <p:ph type="sldNum" sz="quarter" idx="7"/>
          </p:nvPr>
        </p:nvSpPr>
        <p:spPr>
          <a:xfrm>
            <a:off x="25063817" y="13082829"/>
            <a:ext cx="1683898" cy="199518"/>
          </a:xfrm>
          <a:prstGeom prst="rect">
            <a:avLst/>
          </a:prstGeom>
        </p:spPr>
        <p:txBody>
          <a:bodyPr vert="horz" wrap="square" lIns="0" tIns="16359" rIns="0" bIns="0" rtlCol="0">
            <a:spAutoFit/>
          </a:bodyPr>
          <a:lstStyle/>
          <a:p>
            <a:pPr marL="75503" defTabSz="1812066">
              <a:spcBef>
                <a:spcPts val="129"/>
              </a:spcBef>
            </a:pPr>
            <a:r>
              <a:rPr spc="-10" dirty="0">
                <a:solidFill>
                  <a:prstClr val="white"/>
                </a:solidFill>
              </a:rPr>
              <a:t>15</a:t>
            </a:r>
            <a:r>
              <a:rPr spc="-59" dirty="0">
                <a:solidFill>
                  <a:prstClr val="white"/>
                </a:solidFill>
              </a:rPr>
              <a:t> </a:t>
            </a:r>
            <a:r>
              <a:rPr spc="-10" dirty="0">
                <a:solidFill>
                  <a:prstClr val="white"/>
                </a:solidFill>
              </a:rPr>
              <a:t>/</a:t>
            </a:r>
            <a:r>
              <a:rPr spc="-59" dirty="0">
                <a:solidFill>
                  <a:prstClr val="white"/>
                </a:solidFill>
              </a:rPr>
              <a:t> </a:t>
            </a:r>
            <a:r>
              <a:rPr spc="-10" dirty="0">
                <a:solidFill>
                  <a:prstClr val="white"/>
                </a:solidFill>
              </a:rPr>
              <a:t>15</a:t>
            </a:r>
          </a:p>
        </p:txBody>
      </p:sp>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01808" y="4827319"/>
            <a:ext cx="4263578" cy="837981"/>
          </a:xfrm>
          <a:prstGeom prst="rect">
            <a:avLst/>
          </a:prstGeom>
        </p:spPr>
      </p:pic>
      <p:sp>
        <p:nvSpPr>
          <p:cNvPr id="5" name="object 5"/>
          <p:cNvSpPr txBox="1"/>
          <p:nvPr/>
        </p:nvSpPr>
        <p:spPr>
          <a:xfrm>
            <a:off x="3694769" y="2071079"/>
            <a:ext cx="4652115" cy="1441266"/>
          </a:xfrm>
          <a:prstGeom prst="rect">
            <a:avLst/>
          </a:prstGeom>
        </p:spPr>
        <p:txBody>
          <a:bodyPr vert="horz" wrap="square" lIns="0" tIns="30200" rIns="0" bIns="0" rtlCol="0">
            <a:spAutoFit/>
          </a:bodyPr>
          <a:lstStyle/>
          <a:p>
            <a:pPr marL="25168" defTabSz="1812066"/>
            <a:r>
              <a:rPr sz="3369" b="1" spc="20" dirty="0">
                <a:solidFill>
                  <a:prstClr val="black"/>
                </a:solidFill>
                <a:latin typeface="Arial" panose="020B0604020202020204"/>
                <a:cs typeface="Arial" panose="020B0604020202020204"/>
              </a:rPr>
              <a:t>Assessment</a:t>
            </a:r>
            <a:endParaRPr sz="3369" dirty="0">
              <a:solidFill>
                <a:prstClr val="black"/>
              </a:solidFill>
              <a:latin typeface="Arial" panose="020B0604020202020204"/>
              <a:cs typeface="Arial" panose="020B0604020202020204"/>
            </a:endParaRPr>
          </a:p>
          <a:p>
            <a:pPr marL="40268" defTabSz="1812066">
              <a:spcBef>
                <a:spcPts val="109"/>
              </a:spcBef>
            </a:pPr>
            <a:r>
              <a:rPr sz="2774" spc="495" dirty="0">
                <a:solidFill>
                  <a:prstClr val="black"/>
                </a:solidFill>
                <a:latin typeface="Cambria" panose="02040503050406030204"/>
                <a:cs typeface="Cambria" panose="02040503050406030204"/>
              </a:rPr>
              <a:t>CSE</a:t>
            </a:r>
            <a:r>
              <a:rPr sz="2774" spc="258" dirty="0">
                <a:solidFill>
                  <a:prstClr val="black"/>
                </a:solidFill>
                <a:latin typeface="Cambria" panose="02040503050406030204"/>
                <a:cs typeface="Cambria" panose="02040503050406030204"/>
              </a:rPr>
              <a:t> </a:t>
            </a:r>
            <a:r>
              <a:rPr sz="2774" spc="218" dirty="0">
                <a:solidFill>
                  <a:prstClr val="black"/>
                </a:solidFill>
                <a:latin typeface="Cambria" panose="02040503050406030204"/>
                <a:cs typeface="Cambria" panose="02040503050406030204"/>
              </a:rPr>
              <a:t>4000A</a:t>
            </a:r>
            <a:r>
              <a:rPr sz="2774" spc="268" dirty="0">
                <a:solidFill>
                  <a:prstClr val="black"/>
                </a:solidFill>
                <a:latin typeface="Cambria" panose="02040503050406030204"/>
                <a:cs typeface="Cambria" panose="02040503050406030204"/>
              </a:rPr>
              <a:t> </a:t>
            </a:r>
            <a:r>
              <a:rPr sz="2774" spc="367" dirty="0">
                <a:solidFill>
                  <a:prstClr val="black"/>
                </a:solidFill>
                <a:latin typeface="Cambria" panose="02040503050406030204"/>
                <a:cs typeface="Cambria" panose="02040503050406030204"/>
              </a:rPr>
              <a:t>&amp;</a:t>
            </a:r>
            <a:r>
              <a:rPr sz="2774" spc="268" dirty="0">
                <a:solidFill>
                  <a:prstClr val="black"/>
                </a:solidFill>
                <a:latin typeface="Cambria" panose="02040503050406030204"/>
                <a:cs typeface="Cambria" panose="02040503050406030204"/>
              </a:rPr>
              <a:t> </a:t>
            </a:r>
            <a:r>
              <a:rPr sz="2774" spc="495" dirty="0">
                <a:solidFill>
                  <a:prstClr val="black"/>
                </a:solidFill>
                <a:latin typeface="Cambria" panose="02040503050406030204"/>
                <a:cs typeface="Cambria" panose="02040503050406030204"/>
              </a:rPr>
              <a:t>CSE</a:t>
            </a:r>
            <a:r>
              <a:rPr sz="2774" spc="268" dirty="0">
                <a:solidFill>
                  <a:prstClr val="black"/>
                </a:solidFill>
                <a:latin typeface="Cambria" panose="02040503050406030204"/>
                <a:cs typeface="Cambria" panose="02040503050406030204"/>
              </a:rPr>
              <a:t> </a:t>
            </a:r>
            <a:r>
              <a:rPr sz="2774" spc="258" dirty="0">
                <a:solidFill>
                  <a:prstClr val="black"/>
                </a:solidFill>
                <a:latin typeface="Cambria" panose="02040503050406030204"/>
                <a:cs typeface="Cambria" panose="02040503050406030204"/>
              </a:rPr>
              <a:t>4000B</a:t>
            </a:r>
            <a:endParaRPr sz="2774" dirty="0">
              <a:solidFill>
                <a:prstClr val="black"/>
              </a:solidFill>
              <a:latin typeface="Cambria" panose="02040503050406030204"/>
              <a:cs typeface="Cambria" panose="02040503050406030204"/>
            </a:endParaRPr>
          </a:p>
          <a:p>
            <a:pPr marL="40268" defTabSz="1812066">
              <a:spcBef>
                <a:spcPts val="218"/>
              </a:spcBef>
            </a:pPr>
            <a:r>
              <a:rPr sz="2774" spc="218" dirty="0">
                <a:solidFill>
                  <a:prstClr val="black"/>
                </a:solidFill>
                <a:latin typeface="Cambria" panose="02040503050406030204"/>
                <a:cs typeface="Cambria" panose="02040503050406030204"/>
              </a:rPr>
              <a:t>Final</a:t>
            </a:r>
            <a:r>
              <a:rPr sz="2774" spc="287" dirty="0">
                <a:solidFill>
                  <a:prstClr val="black"/>
                </a:solidFill>
                <a:latin typeface="Cambria" panose="02040503050406030204"/>
                <a:cs typeface="Cambria" panose="02040503050406030204"/>
              </a:rPr>
              <a:t> </a:t>
            </a:r>
            <a:r>
              <a:rPr sz="2774" spc="139" dirty="0">
                <a:solidFill>
                  <a:prstClr val="black"/>
                </a:solidFill>
                <a:latin typeface="Cambria" panose="02040503050406030204"/>
                <a:cs typeface="Cambria" panose="02040503050406030204"/>
              </a:rPr>
              <a:t>Year</a:t>
            </a:r>
            <a:r>
              <a:rPr sz="2774" spc="287" dirty="0">
                <a:solidFill>
                  <a:prstClr val="black"/>
                </a:solidFill>
                <a:latin typeface="Cambria" panose="02040503050406030204"/>
                <a:cs typeface="Cambria" panose="02040503050406030204"/>
              </a:rPr>
              <a:t> </a:t>
            </a:r>
            <a:r>
              <a:rPr sz="2774" spc="226" dirty="0">
                <a:solidFill>
                  <a:prstClr val="black"/>
                </a:solidFill>
                <a:latin typeface="Cambria" panose="02040503050406030204"/>
                <a:cs typeface="Cambria" panose="02040503050406030204"/>
              </a:rPr>
              <a:t>Design</a:t>
            </a:r>
            <a:r>
              <a:rPr sz="2774" spc="287" dirty="0">
                <a:solidFill>
                  <a:prstClr val="black"/>
                </a:solidFill>
                <a:latin typeface="Cambria" panose="02040503050406030204"/>
                <a:cs typeface="Cambria" panose="02040503050406030204"/>
              </a:rPr>
              <a:t> </a:t>
            </a:r>
            <a:r>
              <a:rPr sz="2774" spc="149" dirty="0">
                <a:solidFill>
                  <a:prstClr val="black"/>
                </a:solidFill>
                <a:latin typeface="Cambria" panose="02040503050406030204"/>
                <a:cs typeface="Cambria" panose="02040503050406030204"/>
              </a:rPr>
              <a:t>Project</a:t>
            </a:r>
            <a:endParaRPr sz="2774" dirty="0">
              <a:solidFill>
                <a:prstClr val="black"/>
              </a:solidFill>
              <a:latin typeface="Cambria" panose="02040503050406030204"/>
              <a:cs typeface="Cambria" panose="02040503050406030204"/>
            </a:endParaRPr>
          </a:p>
        </p:txBody>
      </p:sp>
    </p:spTree>
  </p:cSld>
  <p:clrMapOvr>
    <a:masterClrMapping/>
  </p:clrMapOvr>
  <p:transition>
    <p:cut/>
  </p:transition>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TotalTime>
  <Words>1921</Words>
  <Application>Microsoft Office PowerPoint</Application>
  <PresentationFormat>Widescreen</PresentationFormat>
  <Paragraphs>415</Paragraphs>
  <Slides>20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Calibri</vt:lpstr>
      <vt:lpstr>Cambria</vt:lpstr>
      <vt:lpstr>Microsoft Sans Serif</vt:lpstr>
      <vt:lpstr>Tahoma</vt:lpstr>
      <vt:lpstr>Times New Roman</vt:lpstr>
      <vt:lpstr>Trebuchet MS</vt:lpstr>
      <vt:lpstr>Wingdings</vt:lpstr>
      <vt:lpstr>1_Office Theme</vt:lpstr>
      <vt:lpstr>PowerPoint Presentation</vt:lpstr>
      <vt:lpstr>Facts about this course</vt:lpstr>
      <vt:lpstr>Program Outcomes (POs)</vt:lpstr>
      <vt:lpstr>BAETE Program Outcomes</vt:lpstr>
      <vt:lpstr>BAETE Program Outcomes</vt:lpstr>
      <vt:lpstr>BAETE Program Outcomes</vt:lpstr>
      <vt:lpstr>Course Outcomes (COs)</vt:lpstr>
      <vt:lpstr>Course Outcomes (COs)</vt:lpstr>
      <vt:lpstr>Course Teacher and Mentor</vt:lpstr>
      <vt:lpstr>Selection of Mentors</vt:lpstr>
      <vt:lpstr>External Mentor</vt:lpstr>
      <vt:lpstr>Selecting a topic for FYDP</vt:lpstr>
      <vt:lpstr>Outline of the Project Report</vt:lpstr>
      <vt:lpstr>Course Activities - CSE 4000A</vt:lpstr>
      <vt:lpstr>PowerPoint Presentation</vt:lpstr>
      <vt:lpstr>Course Activities - CSE 4000B</vt:lpstr>
      <vt:lpstr>PowerPoint Presentation</vt:lpstr>
      <vt:lpstr>Weekly Activities - CSE 4000A</vt:lpstr>
      <vt:lpstr>How to Maintain Weekly Journal?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Mohammad Shahriar Rahman</dc:creator>
  <cp:lastModifiedBy>student</cp:lastModifiedBy>
  <cp:revision>4</cp:revision>
  <dcterms:created xsi:type="dcterms:W3CDTF">2025-02-19T07:30:28Z</dcterms:created>
  <dcterms:modified xsi:type="dcterms:W3CDTF">2025-02-25T07:21:57Z</dcterms:modified>
</cp:coreProperties>
</file>